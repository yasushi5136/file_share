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1" r:id="rId3"/>
    <p:sldId id="258" r:id="rId4"/>
    <p:sldId id="260" r:id="rId5"/>
    <p:sldId id="262" r:id="rId6"/>
    <p:sldId id="256" r:id="rId7"/>
    <p:sldId id="257" r:id="rId8"/>
    <p:sldId id="259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50617B-AAA0-493A-9410-8739E0A77D49}" v="342" dt="2022-06-15T04:12:23.082"/>
    <p1510:client id="{909F3119-D0E6-4664-A446-A71F2F892EE3}" v="725" dt="2022-06-15T15:54:43.0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882F53-5B46-410E-B281-D9C176F58EE0}" type="doc">
      <dgm:prSet loTypeId="urn:microsoft.com/office/officeart/2005/8/layout/hProcess11" loCatId="process" qsTypeId="urn:microsoft.com/office/officeart/2005/8/quickstyle/simple2" qsCatId="simple" csTypeId="urn:microsoft.com/office/officeart/2005/8/colors/accent6_2" csCatId="accent6" phldr="1"/>
      <dgm:spPr/>
    </dgm:pt>
    <dgm:pt modelId="{B469A5B1-F82B-492B-94FA-24A3A9971077}">
      <dgm:prSet phldrT="[テキスト]" phldr="0"/>
      <dgm:spPr/>
      <dgm:t>
        <a:bodyPr/>
        <a:lstStyle/>
        <a:p>
          <a:r>
            <a:rPr kumimoji="1" lang="ja-JP" altLang="en-US">
              <a:latin typeface="Calibri Light" panose="020F0302020204030204"/>
            </a:rPr>
            <a:t>御園小学校前</a:t>
          </a:r>
          <a:endParaRPr kumimoji="1" lang="ja-JP" altLang="en-US"/>
        </a:p>
      </dgm:t>
    </dgm:pt>
    <dgm:pt modelId="{F1D94EC9-2E19-4B1F-AEB2-C772A2390A2D}" type="parTrans" cxnId="{0237C6D9-1BDC-4197-90D7-2AA84E176041}">
      <dgm:prSet/>
      <dgm:spPr/>
    </dgm:pt>
    <dgm:pt modelId="{89A8E044-6DD3-4C9E-A268-794223C52D97}" type="sibTrans" cxnId="{0237C6D9-1BDC-4197-90D7-2AA84E176041}">
      <dgm:prSet/>
      <dgm:spPr/>
    </dgm:pt>
    <dgm:pt modelId="{6E0FC592-39BE-42E1-9D73-64EBE20CEBB1}">
      <dgm:prSet phldrT="[テキスト]" phldr="0"/>
      <dgm:spPr/>
      <dgm:t>
        <a:bodyPr/>
        <a:lstStyle/>
        <a:p>
          <a:r>
            <a:rPr kumimoji="1" lang="ja-JP" altLang="en-US">
              <a:latin typeface="Calibri Light" panose="020F0302020204030204"/>
            </a:rPr>
            <a:t>丸の内</a:t>
          </a:r>
          <a:endParaRPr kumimoji="1" lang="ja-JP" altLang="en-US"/>
        </a:p>
      </dgm:t>
    </dgm:pt>
    <dgm:pt modelId="{477C96CD-2FC7-4A7C-9CC0-CF37EC6AFDEA}" type="parTrans" cxnId="{F75F8D2A-DD29-4100-B5C5-6BFCF3B38CBD}">
      <dgm:prSet/>
      <dgm:spPr/>
    </dgm:pt>
    <dgm:pt modelId="{1FF919CA-3447-4ADE-AD85-C1BEBE103E2D}" type="sibTrans" cxnId="{F75F8D2A-DD29-4100-B5C5-6BFCF3B38CBD}">
      <dgm:prSet/>
      <dgm:spPr/>
    </dgm:pt>
    <dgm:pt modelId="{DF2DCE73-60CF-4494-B212-75F5E0A40ECF}">
      <dgm:prSet phldrT="[テキスト]" phldr="0"/>
      <dgm:spPr/>
      <dgm:t>
        <a:bodyPr/>
        <a:lstStyle/>
        <a:p>
          <a:r>
            <a:rPr kumimoji="1" lang="ja-JP" altLang="en-US" dirty="0">
              <a:latin typeface="Calibri Light" panose="020F0302020204030204"/>
            </a:rPr>
            <a:t>中日病院前</a:t>
          </a:r>
          <a:endParaRPr kumimoji="1" lang="ja-JP" altLang="en-US" dirty="0"/>
        </a:p>
      </dgm:t>
    </dgm:pt>
    <dgm:pt modelId="{E8616D20-C45D-42AA-83EC-F84EAFABCA21}" type="parTrans" cxnId="{04D3C67B-12A8-413B-9477-AFE88CB27479}">
      <dgm:prSet/>
      <dgm:spPr/>
    </dgm:pt>
    <dgm:pt modelId="{EB0DF9DB-47E9-4787-AADC-D365528E73FB}" type="sibTrans" cxnId="{04D3C67B-12A8-413B-9477-AFE88CB27479}">
      <dgm:prSet/>
      <dgm:spPr/>
    </dgm:pt>
    <dgm:pt modelId="{02EB04C5-C356-4872-9F08-5F5F6A5C50DC}">
      <dgm:prSet phldr="0"/>
      <dgm:spPr/>
      <dgm:t>
        <a:bodyPr/>
        <a:lstStyle/>
        <a:p>
          <a:r>
            <a:rPr kumimoji="1" lang="ja-JP" altLang="en-US" dirty="0">
              <a:latin typeface="Calibri Light" panose="020F0302020204030204"/>
            </a:rPr>
            <a:t>名城小学校前</a:t>
          </a:r>
        </a:p>
      </dgm:t>
    </dgm:pt>
    <dgm:pt modelId="{429489A4-390E-4EB1-B068-8CB64AE9757A}" type="parTrans" cxnId="{BABDE954-47EB-44B6-A39E-73FEFE9CDA5E}">
      <dgm:prSet/>
      <dgm:spPr/>
    </dgm:pt>
    <dgm:pt modelId="{3A0AA1B6-B5F8-457B-8669-0692B11E222A}" type="sibTrans" cxnId="{BABDE954-47EB-44B6-A39E-73FEFE9CDA5E}">
      <dgm:prSet/>
      <dgm:spPr/>
    </dgm:pt>
    <dgm:pt modelId="{1219BF2D-EF7B-4F98-9045-7BE36E96A65D}">
      <dgm:prSet phldr="0"/>
      <dgm:spPr/>
      <dgm:t>
        <a:bodyPr/>
        <a:lstStyle/>
        <a:p>
          <a:r>
            <a:rPr kumimoji="1" lang="ja-JP" altLang="en-US" dirty="0">
              <a:latin typeface="Calibri Light" panose="020F0302020204030204"/>
            </a:rPr>
            <a:t>名古屋城前</a:t>
          </a:r>
        </a:p>
      </dgm:t>
    </dgm:pt>
    <dgm:pt modelId="{6D47257E-2540-4DE6-B326-A46DE55BF1D2}" type="parTrans" cxnId="{D764A705-87B4-4C04-A4A0-621FC3F8065A}">
      <dgm:prSet/>
      <dgm:spPr/>
    </dgm:pt>
    <dgm:pt modelId="{00C6B314-76AA-48D8-9A6F-6F3C6C484071}" type="sibTrans" cxnId="{D764A705-87B4-4C04-A4A0-621FC3F8065A}">
      <dgm:prSet/>
      <dgm:spPr/>
    </dgm:pt>
    <dgm:pt modelId="{6E52DDA2-A65A-4F79-9495-27064C6DD251}">
      <dgm:prSet phldr="0"/>
      <dgm:spPr/>
      <dgm:t>
        <a:bodyPr/>
        <a:lstStyle/>
        <a:p>
          <a:r>
            <a:rPr kumimoji="1" lang="ja-JP" altLang="en-US" dirty="0">
              <a:latin typeface="Calibri Light" panose="020F0302020204030204"/>
            </a:rPr>
            <a:t>名西</a:t>
          </a:r>
        </a:p>
      </dgm:t>
    </dgm:pt>
    <dgm:pt modelId="{60FD9228-6049-4889-BCBE-37166D7E0BA6}" type="parTrans" cxnId="{76FD543F-621E-4CD9-A2D8-5AA5945A1213}">
      <dgm:prSet/>
      <dgm:spPr/>
    </dgm:pt>
    <dgm:pt modelId="{CAA28922-3BE4-4B9F-979F-3F3D2D44B95C}" type="sibTrans" cxnId="{76FD543F-621E-4CD9-A2D8-5AA5945A1213}">
      <dgm:prSet/>
      <dgm:spPr/>
    </dgm:pt>
    <dgm:pt modelId="{4F2E94C9-69E2-405A-8101-9715AC6DC858}">
      <dgm:prSet phldr="0"/>
      <dgm:spPr/>
      <dgm:t>
        <a:bodyPr/>
        <a:lstStyle/>
        <a:p>
          <a:r>
            <a:rPr kumimoji="1" lang="ja-JP" altLang="en-US" dirty="0">
              <a:latin typeface="Calibri Light" panose="020F0302020204030204"/>
            </a:rPr>
            <a:t>上小田井</a:t>
          </a:r>
        </a:p>
      </dgm:t>
    </dgm:pt>
    <dgm:pt modelId="{D3765389-BED3-47D2-8FA6-BF09765CC113}" type="parTrans" cxnId="{85E87BF6-C698-4D7E-8F6F-0B15470B9D2F}">
      <dgm:prSet/>
      <dgm:spPr/>
    </dgm:pt>
    <dgm:pt modelId="{205C9114-AADE-4F12-96EC-AE55B0AD2134}" type="sibTrans" cxnId="{85E87BF6-C698-4D7E-8F6F-0B15470B9D2F}">
      <dgm:prSet/>
      <dgm:spPr/>
    </dgm:pt>
    <dgm:pt modelId="{2531699A-CBFE-41A7-BD5A-2A0CFDB9952E}">
      <dgm:prSet phldr="0"/>
      <dgm:spPr/>
      <dgm:t>
        <a:bodyPr/>
        <a:lstStyle/>
        <a:p>
          <a:pPr rtl="0"/>
          <a:r>
            <a:rPr kumimoji="1" lang="ja-JP" altLang="en-US" dirty="0">
              <a:latin typeface="Calibri Light" panose="020F0302020204030204"/>
            </a:rPr>
            <a:t>庄内緑地公園</a:t>
          </a:r>
        </a:p>
      </dgm:t>
    </dgm:pt>
    <dgm:pt modelId="{537D9162-2155-40EC-B1DE-4E0C55B9F127}" type="parTrans" cxnId="{87E1EA90-0B28-494E-A3DA-236D2A1FD90B}">
      <dgm:prSet/>
      <dgm:spPr/>
    </dgm:pt>
    <dgm:pt modelId="{B8C09882-BB59-4A28-AC0A-8A94B3983E13}" type="sibTrans" cxnId="{87E1EA90-0B28-494E-A3DA-236D2A1FD90B}">
      <dgm:prSet/>
      <dgm:spPr/>
    </dgm:pt>
    <dgm:pt modelId="{1697395E-F2D9-400C-A9BA-612C15AD5EAC}">
      <dgm:prSet phldr="0"/>
      <dgm:spPr/>
      <dgm:t>
        <a:bodyPr/>
        <a:lstStyle/>
        <a:p>
          <a:r>
            <a:rPr kumimoji="1" lang="ja-JP" altLang="en-US" dirty="0">
              <a:latin typeface="Calibri Light" panose="020F0302020204030204"/>
            </a:rPr>
            <a:t>西春</a:t>
          </a:r>
        </a:p>
      </dgm:t>
    </dgm:pt>
    <dgm:pt modelId="{097D67A0-B62F-4394-B046-EA808F77A39A}" type="parTrans" cxnId="{13BA9C88-D3DC-4D11-8919-8FD38C0FF028}">
      <dgm:prSet/>
      <dgm:spPr/>
    </dgm:pt>
    <dgm:pt modelId="{4FC2A94B-7F53-4DCA-9921-B25EFF232DC6}" type="sibTrans" cxnId="{13BA9C88-D3DC-4D11-8919-8FD38C0FF028}">
      <dgm:prSet/>
      <dgm:spPr/>
    </dgm:pt>
    <dgm:pt modelId="{F51F316B-B6A0-41CA-973F-D08461CC916B}">
      <dgm:prSet phldr="0"/>
      <dgm:spPr/>
      <dgm:t>
        <a:bodyPr/>
        <a:lstStyle/>
        <a:p>
          <a:r>
            <a:rPr kumimoji="1" lang="ja-JP" altLang="en-US" dirty="0">
              <a:latin typeface="Calibri Light" panose="020F0302020204030204"/>
            </a:rPr>
            <a:t>石橋</a:t>
          </a:r>
        </a:p>
      </dgm:t>
    </dgm:pt>
    <dgm:pt modelId="{714E514A-2F8B-45B3-A1D5-0B3773C13D31}" type="parTrans" cxnId="{68EDCE88-18ED-466B-B602-076AC8348E5E}">
      <dgm:prSet/>
      <dgm:spPr/>
    </dgm:pt>
    <dgm:pt modelId="{7396C62D-AECE-45CA-9CF2-2CE88EF22029}" type="sibTrans" cxnId="{68EDCE88-18ED-466B-B602-076AC8348E5E}">
      <dgm:prSet/>
      <dgm:spPr/>
    </dgm:pt>
    <dgm:pt modelId="{2F4F0BAB-9250-4698-BFB3-19C2F870CCB6}">
      <dgm:prSet phldr="0"/>
      <dgm:spPr/>
      <dgm:t>
        <a:bodyPr/>
        <a:lstStyle/>
        <a:p>
          <a:r>
            <a:rPr kumimoji="1" lang="ja-JP" altLang="en-US" dirty="0">
              <a:latin typeface="Calibri Light" panose="020F0302020204030204"/>
            </a:rPr>
            <a:t>多加木</a:t>
          </a:r>
        </a:p>
      </dgm:t>
    </dgm:pt>
    <dgm:pt modelId="{98D8BF87-1B7F-4583-8379-119E76B0E14A}" type="parTrans" cxnId="{BDD84302-F226-4C3F-9585-9B8CD6EECDD5}">
      <dgm:prSet/>
      <dgm:spPr/>
    </dgm:pt>
    <dgm:pt modelId="{463A0E45-A467-4E96-B3D7-E34314720DA7}" type="sibTrans" cxnId="{BDD84302-F226-4C3F-9585-9B8CD6EECDD5}">
      <dgm:prSet/>
      <dgm:spPr/>
    </dgm:pt>
    <dgm:pt modelId="{DBD56872-AB35-43A1-AE44-F9D79BF31F12}">
      <dgm:prSet phldr="0"/>
      <dgm:spPr/>
      <dgm:t>
        <a:bodyPr/>
        <a:lstStyle/>
        <a:p>
          <a:pPr rtl="0"/>
          <a:r>
            <a:rPr kumimoji="1" lang="ja-JP" dirty="0"/>
            <a:t>稲沢</a:t>
          </a:r>
          <a:endParaRPr kumimoji="1" lang="ja-JP" altLang="en-US" dirty="0">
            <a:latin typeface="Calibri Light" panose="020F0302020204030204"/>
          </a:endParaRPr>
        </a:p>
      </dgm:t>
    </dgm:pt>
    <dgm:pt modelId="{26E9CE4C-E893-4E60-B547-9842F3B9EAEE}" type="parTrans" cxnId="{6199899B-3243-46A9-8354-6AFDF96FEE27}">
      <dgm:prSet/>
      <dgm:spPr/>
    </dgm:pt>
    <dgm:pt modelId="{EAFF2C38-FE0E-4665-B78A-BF6C7BDDC98C}" type="sibTrans" cxnId="{6199899B-3243-46A9-8354-6AFDF96FEE27}">
      <dgm:prSet/>
      <dgm:spPr/>
    </dgm:pt>
    <dgm:pt modelId="{0A1BAA65-350D-42AB-8693-DBCFEFFBE727}">
      <dgm:prSet phldr="0"/>
      <dgm:spPr/>
      <dgm:t>
        <a:bodyPr/>
        <a:lstStyle/>
        <a:p>
          <a:r>
            <a:rPr kumimoji="1" lang="ja-JP" altLang="en-US" dirty="0">
              <a:latin typeface="Calibri Light" panose="020F0302020204030204"/>
            </a:rPr>
            <a:t>大江川</a:t>
          </a:r>
        </a:p>
      </dgm:t>
    </dgm:pt>
    <dgm:pt modelId="{953EE0B4-2410-4392-95FB-2380BD0BF3A7}" type="parTrans" cxnId="{D20D52BE-15D2-402E-B9D2-54845B1673C3}">
      <dgm:prSet/>
      <dgm:spPr/>
    </dgm:pt>
    <dgm:pt modelId="{CDEB04AF-4CCC-42D2-BE89-16F0812DF59C}" type="sibTrans" cxnId="{D20D52BE-15D2-402E-B9D2-54845B1673C3}">
      <dgm:prSet/>
      <dgm:spPr/>
    </dgm:pt>
    <dgm:pt modelId="{96108E62-12D8-49E5-9DC7-B7F4FBD5E671}">
      <dgm:prSet phldr="0"/>
      <dgm:spPr/>
      <dgm:t>
        <a:bodyPr/>
        <a:lstStyle/>
        <a:p>
          <a:r>
            <a:rPr kumimoji="1" lang="ja-JP" altLang="en-US" dirty="0">
              <a:solidFill>
                <a:srgbClr val="FF0000"/>
              </a:solidFill>
              <a:latin typeface="Calibri Light" panose="020F0302020204030204"/>
            </a:rPr>
            <a:t>終点</a:t>
          </a:r>
          <a:r>
            <a:rPr kumimoji="1" lang="ja-JP" altLang="en-US" dirty="0">
              <a:latin typeface="Calibri Light" panose="020F0302020204030204"/>
            </a:rPr>
            <a:t>一宮</a:t>
          </a:r>
        </a:p>
      </dgm:t>
    </dgm:pt>
    <dgm:pt modelId="{D739A61E-8C45-432C-84A6-BEE512112E8F}" type="parTrans" cxnId="{D53BC981-B051-4D3B-9106-E662F465B993}">
      <dgm:prSet/>
      <dgm:spPr/>
    </dgm:pt>
    <dgm:pt modelId="{CCA8DE0C-4F3C-42F6-922C-E7DC51A56744}" type="sibTrans" cxnId="{D53BC981-B051-4D3B-9106-E662F465B993}">
      <dgm:prSet/>
      <dgm:spPr/>
    </dgm:pt>
    <dgm:pt modelId="{ACFFD8D5-E0F5-490A-81C8-B497FFB3D574}" type="pres">
      <dgm:prSet presAssocID="{36882F53-5B46-410E-B281-D9C176F58EE0}" presName="Name0" presStyleCnt="0">
        <dgm:presLayoutVars>
          <dgm:dir/>
          <dgm:resizeHandles val="exact"/>
        </dgm:presLayoutVars>
      </dgm:prSet>
      <dgm:spPr/>
    </dgm:pt>
    <dgm:pt modelId="{FB276FF6-89D2-4E5D-8DE9-DB5AB8FA9CB4}" type="pres">
      <dgm:prSet presAssocID="{36882F53-5B46-410E-B281-D9C176F58EE0}" presName="arrow" presStyleLbl="bgShp" presStyleIdx="0" presStyleCnt="1"/>
      <dgm:spPr/>
    </dgm:pt>
    <dgm:pt modelId="{0862B882-2731-4AC3-9C3A-525673275B41}" type="pres">
      <dgm:prSet presAssocID="{36882F53-5B46-410E-B281-D9C176F58EE0}" presName="points" presStyleCnt="0"/>
      <dgm:spPr/>
    </dgm:pt>
    <dgm:pt modelId="{5BD49148-8B60-4AA2-93E1-CBF5AEEDC8CC}" type="pres">
      <dgm:prSet presAssocID="{B469A5B1-F82B-492B-94FA-24A3A9971077}" presName="compositeA" presStyleCnt="0"/>
      <dgm:spPr/>
    </dgm:pt>
    <dgm:pt modelId="{8944A6C5-2EA3-4685-B951-531C0EF53D73}" type="pres">
      <dgm:prSet presAssocID="{B469A5B1-F82B-492B-94FA-24A3A9971077}" presName="textA" presStyleLbl="revTx" presStyleIdx="0" presStyleCnt="14">
        <dgm:presLayoutVars>
          <dgm:bulletEnabled val="1"/>
        </dgm:presLayoutVars>
      </dgm:prSet>
      <dgm:spPr/>
    </dgm:pt>
    <dgm:pt modelId="{B1221131-EFB3-49C2-9659-ECBDBD9F6C80}" type="pres">
      <dgm:prSet presAssocID="{B469A5B1-F82B-492B-94FA-24A3A9971077}" presName="circleA" presStyleLbl="node1" presStyleIdx="0" presStyleCnt="14"/>
      <dgm:spPr/>
    </dgm:pt>
    <dgm:pt modelId="{CC5AE6DE-CB15-401E-94DB-29E91C075843}" type="pres">
      <dgm:prSet presAssocID="{B469A5B1-F82B-492B-94FA-24A3A9971077}" presName="spaceA" presStyleCnt="0"/>
      <dgm:spPr/>
    </dgm:pt>
    <dgm:pt modelId="{5244934D-4C13-4F4A-8561-622969DA2F80}" type="pres">
      <dgm:prSet presAssocID="{89A8E044-6DD3-4C9E-A268-794223C52D97}" presName="space" presStyleCnt="0"/>
      <dgm:spPr/>
    </dgm:pt>
    <dgm:pt modelId="{1E0D62B2-2EAD-493B-8485-A9042FAA7191}" type="pres">
      <dgm:prSet presAssocID="{6E0FC592-39BE-42E1-9D73-64EBE20CEBB1}" presName="compositeB" presStyleCnt="0"/>
      <dgm:spPr/>
    </dgm:pt>
    <dgm:pt modelId="{E51B2F1B-DD98-44AB-A08E-FE35D4EC59FD}" type="pres">
      <dgm:prSet presAssocID="{6E0FC592-39BE-42E1-9D73-64EBE20CEBB1}" presName="textB" presStyleLbl="revTx" presStyleIdx="1" presStyleCnt="14">
        <dgm:presLayoutVars>
          <dgm:bulletEnabled val="1"/>
        </dgm:presLayoutVars>
      </dgm:prSet>
      <dgm:spPr/>
    </dgm:pt>
    <dgm:pt modelId="{A5254795-D619-4497-9A8D-EC7EB5D0FA3A}" type="pres">
      <dgm:prSet presAssocID="{6E0FC592-39BE-42E1-9D73-64EBE20CEBB1}" presName="circleB" presStyleLbl="node1" presStyleIdx="1" presStyleCnt="14"/>
      <dgm:spPr/>
    </dgm:pt>
    <dgm:pt modelId="{7F637207-03CF-4CFC-A0BE-80488AAC4F61}" type="pres">
      <dgm:prSet presAssocID="{6E0FC592-39BE-42E1-9D73-64EBE20CEBB1}" presName="spaceB" presStyleCnt="0"/>
      <dgm:spPr/>
    </dgm:pt>
    <dgm:pt modelId="{EC4D7447-677F-4EFD-9B9E-D0E9A392F693}" type="pres">
      <dgm:prSet presAssocID="{1FF919CA-3447-4ADE-AD85-C1BEBE103E2D}" presName="space" presStyleCnt="0"/>
      <dgm:spPr/>
    </dgm:pt>
    <dgm:pt modelId="{9566A1D3-7F13-433B-B089-E15D64D9BEBF}" type="pres">
      <dgm:prSet presAssocID="{DF2DCE73-60CF-4494-B212-75F5E0A40ECF}" presName="compositeA" presStyleCnt="0"/>
      <dgm:spPr/>
    </dgm:pt>
    <dgm:pt modelId="{D1CDB62E-6AA5-4ECF-A794-FB7DC3ABA9AC}" type="pres">
      <dgm:prSet presAssocID="{DF2DCE73-60CF-4494-B212-75F5E0A40ECF}" presName="textA" presStyleLbl="revTx" presStyleIdx="2" presStyleCnt="14">
        <dgm:presLayoutVars>
          <dgm:bulletEnabled val="1"/>
        </dgm:presLayoutVars>
      </dgm:prSet>
      <dgm:spPr/>
    </dgm:pt>
    <dgm:pt modelId="{5D4C9280-A0F7-4CC8-AA2B-BA9F7E696FC1}" type="pres">
      <dgm:prSet presAssocID="{DF2DCE73-60CF-4494-B212-75F5E0A40ECF}" presName="circleA" presStyleLbl="node1" presStyleIdx="2" presStyleCnt="14"/>
      <dgm:spPr/>
    </dgm:pt>
    <dgm:pt modelId="{A180E950-3E2F-4578-9207-C0D04F0DDCB7}" type="pres">
      <dgm:prSet presAssocID="{DF2DCE73-60CF-4494-B212-75F5E0A40ECF}" presName="spaceA" presStyleCnt="0"/>
      <dgm:spPr/>
    </dgm:pt>
    <dgm:pt modelId="{F4ABB3A8-A456-4746-81AA-51FE03736239}" type="pres">
      <dgm:prSet presAssocID="{EB0DF9DB-47E9-4787-AADC-D365528E73FB}" presName="space" presStyleCnt="0"/>
      <dgm:spPr/>
    </dgm:pt>
    <dgm:pt modelId="{823AA07A-C96D-4C23-943C-11C8F135830D}" type="pres">
      <dgm:prSet presAssocID="{02EB04C5-C356-4872-9F08-5F5F6A5C50DC}" presName="compositeB" presStyleCnt="0"/>
      <dgm:spPr/>
    </dgm:pt>
    <dgm:pt modelId="{4F4A110C-7747-4955-84CA-9CC349161AC2}" type="pres">
      <dgm:prSet presAssocID="{02EB04C5-C356-4872-9F08-5F5F6A5C50DC}" presName="textB" presStyleLbl="revTx" presStyleIdx="3" presStyleCnt="14">
        <dgm:presLayoutVars>
          <dgm:bulletEnabled val="1"/>
        </dgm:presLayoutVars>
      </dgm:prSet>
      <dgm:spPr/>
    </dgm:pt>
    <dgm:pt modelId="{228056F0-2876-4FCB-86C0-4F856117D570}" type="pres">
      <dgm:prSet presAssocID="{02EB04C5-C356-4872-9F08-5F5F6A5C50DC}" presName="circleB" presStyleLbl="node1" presStyleIdx="3" presStyleCnt="14"/>
      <dgm:spPr/>
    </dgm:pt>
    <dgm:pt modelId="{574A1F94-7843-4D33-9AA4-20EEC4EF6ED6}" type="pres">
      <dgm:prSet presAssocID="{02EB04C5-C356-4872-9F08-5F5F6A5C50DC}" presName="spaceB" presStyleCnt="0"/>
      <dgm:spPr/>
    </dgm:pt>
    <dgm:pt modelId="{F63DAA78-3479-4511-949C-219183FA961C}" type="pres">
      <dgm:prSet presAssocID="{3A0AA1B6-B5F8-457B-8669-0692B11E222A}" presName="space" presStyleCnt="0"/>
      <dgm:spPr/>
    </dgm:pt>
    <dgm:pt modelId="{41211283-DBE6-4998-8BBB-600C10D51C7C}" type="pres">
      <dgm:prSet presAssocID="{1219BF2D-EF7B-4F98-9045-7BE36E96A65D}" presName="compositeA" presStyleCnt="0"/>
      <dgm:spPr/>
    </dgm:pt>
    <dgm:pt modelId="{44EA16B0-1979-4983-9074-D4A26ACE2AC7}" type="pres">
      <dgm:prSet presAssocID="{1219BF2D-EF7B-4F98-9045-7BE36E96A65D}" presName="textA" presStyleLbl="revTx" presStyleIdx="4" presStyleCnt="14">
        <dgm:presLayoutVars>
          <dgm:bulletEnabled val="1"/>
        </dgm:presLayoutVars>
      </dgm:prSet>
      <dgm:spPr/>
    </dgm:pt>
    <dgm:pt modelId="{2136133D-2AAE-417C-8638-AD9DD2A84B85}" type="pres">
      <dgm:prSet presAssocID="{1219BF2D-EF7B-4F98-9045-7BE36E96A65D}" presName="circleA" presStyleLbl="node1" presStyleIdx="4" presStyleCnt="14"/>
      <dgm:spPr/>
    </dgm:pt>
    <dgm:pt modelId="{0F40E09E-0576-48A9-AC15-D19F146178C1}" type="pres">
      <dgm:prSet presAssocID="{1219BF2D-EF7B-4F98-9045-7BE36E96A65D}" presName="spaceA" presStyleCnt="0"/>
      <dgm:spPr/>
    </dgm:pt>
    <dgm:pt modelId="{7D2FF725-9BE4-4527-B1AD-868A97994B2E}" type="pres">
      <dgm:prSet presAssocID="{00C6B314-76AA-48D8-9A6F-6F3C6C484071}" presName="space" presStyleCnt="0"/>
      <dgm:spPr/>
    </dgm:pt>
    <dgm:pt modelId="{B12F878F-8AD4-4A69-9DAD-150CA597ECE8}" type="pres">
      <dgm:prSet presAssocID="{6E52DDA2-A65A-4F79-9495-27064C6DD251}" presName="compositeB" presStyleCnt="0"/>
      <dgm:spPr/>
    </dgm:pt>
    <dgm:pt modelId="{F18E6B9D-4921-431A-A532-1F31B212596D}" type="pres">
      <dgm:prSet presAssocID="{6E52DDA2-A65A-4F79-9495-27064C6DD251}" presName="textB" presStyleLbl="revTx" presStyleIdx="5" presStyleCnt="14">
        <dgm:presLayoutVars>
          <dgm:bulletEnabled val="1"/>
        </dgm:presLayoutVars>
      </dgm:prSet>
      <dgm:spPr/>
    </dgm:pt>
    <dgm:pt modelId="{A07B39AF-CFDD-48F6-99B5-5AB2CF4E6629}" type="pres">
      <dgm:prSet presAssocID="{6E52DDA2-A65A-4F79-9495-27064C6DD251}" presName="circleB" presStyleLbl="node1" presStyleIdx="5" presStyleCnt="14"/>
      <dgm:spPr/>
    </dgm:pt>
    <dgm:pt modelId="{C5718536-E153-4DF3-8D53-0A16C60EF37B}" type="pres">
      <dgm:prSet presAssocID="{6E52DDA2-A65A-4F79-9495-27064C6DD251}" presName="spaceB" presStyleCnt="0"/>
      <dgm:spPr/>
    </dgm:pt>
    <dgm:pt modelId="{5804F61B-B240-4B99-9A47-FD8419793D1A}" type="pres">
      <dgm:prSet presAssocID="{CAA28922-3BE4-4B9F-979F-3F3D2D44B95C}" presName="space" presStyleCnt="0"/>
      <dgm:spPr/>
    </dgm:pt>
    <dgm:pt modelId="{BCE46E56-271F-4702-8349-1006768E8E9F}" type="pres">
      <dgm:prSet presAssocID="{2531699A-CBFE-41A7-BD5A-2A0CFDB9952E}" presName="compositeA" presStyleCnt="0"/>
      <dgm:spPr/>
    </dgm:pt>
    <dgm:pt modelId="{95B3E740-B67A-4A73-A97A-B34B3FC18B6A}" type="pres">
      <dgm:prSet presAssocID="{2531699A-CBFE-41A7-BD5A-2A0CFDB9952E}" presName="textA" presStyleLbl="revTx" presStyleIdx="6" presStyleCnt="14">
        <dgm:presLayoutVars>
          <dgm:bulletEnabled val="1"/>
        </dgm:presLayoutVars>
      </dgm:prSet>
      <dgm:spPr/>
    </dgm:pt>
    <dgm:pt modelId="{69744F8A-733A-4F48-969E-7B1AD216846A}" type="pres">
      <dgm:prSet presAssocID="{2531699A-CBFE-41A7-BD5A-2A0CFDB9952E}" presName="circleA" presStyleLbl="node1" presStyleIdx="6" presStyleCnt="14"/>
      <dgm:spPr/>
    </dgm:pt>
    <dgm:pt modelId="{9625037E-CD41-44D3-8EBB-F613D0682557}" type="pres">
      <dgm:prSet presAssocID="{2531699A-CBFE-41A7-BD5A-2A0CFDB9952E}" presName="spaceA" presStyleCnt="0"/>
      <dgm:spPr/>
    </dgm:pt>
    <dgm:pt modelId="{6EE28554-7732-41E0-94A6-514D37FC48C0}" type="pres">
      <dgm:prSet presAssocID="{B8C09882-BB59-4A28-AC0A-8A94B3983E13}" presName="space" presStyleCnt="0"/>
      <dgm:spPr/>
    </dgm:pt>
    <dgm:pt modelId="{B4DBEF41-3994-442C-8DF3-A450892182B2}" type="pres">
      <dgm:prSet presAssocID="{4F2E94C9-69E2-405A-8101-9715AC6DC858}" presName="compositeB" presStyleCnt="0"/>
      <dgm:spPr/>
    </dgm:pt>
    <dgm:pt modelId="{5B7AFDC1-3FF6-4879-B36E-3089D89937B7}" type="pres">
      <dgm:prSet presAssocID="{4F2E94C9-69E2-405A-8101-9715AC6DC858}" presName="textB" presStyleLbl="revTx" presStyleIdx="7" presStyleCnt="14">
        <dgm:presLayoutVars>
          <dgm:bulletEnabled val="1"/>
        </dgm:presLayoutVars>
      </dgm:prSet>
      <dgm:spPr/>
    </dgm:pt>
    <dgm:pt modelId="{1B658DF9-F472-4071-8B4E-2F9AD01886D2}" type="pres">
      <dgm:prSet presAssocID="{4F2E94C9-69E2-405A-8101-9715AC6DC858}" presName="circleB" presStyleLbl="node1" presStyleIdx="7" presStyleCnt="14"/>
      <dgm:spPr/>
    </dgm:pt>
    <dgm:pt modelId="{8A5FA737-96D4-48E9-A6D1-B485C1AC9ED9}" type="pres">
      <dgm:prSet presAssocID="{4F2E94C9-69E2-405A-8101-9715AC6DC858}" presName="spaceB" presStyleCnt="0"/>
      <dgm:spPr/>
    </dgm:pt>
    <dgm:pt modelId="{8558C2C8-0518-4C7A-8E9C-289D7C931214}" type="pres">
      <dgm:prSet presAssocID="{205C9114-AADE-4F12-96EC-AE55B0AD2134}" presName="space" presStyleCnt="0"/>
      <dgm:spPr/>
    </dgm:pt>
    <dgm:pt modelId="{DC26BCD0-3AF6-4384-8C62-00CEB7CD8652}" type="pres">
      <dgm:prSet presAssocID="{1697395E-F2D9-400C-A9BA-612C15AD5EAC}" presName="compositeA" presStyleCnt="0"/>
      <dgm:spPr/>
    </dgm:pt>
    <dgm:pt modelId="{2F42F162-516E-48F7-BD35-C850A9B8EF4C}" type="pres">
      <dgm:prSet presAssocID="{1697395E-F2D9-400C-A9BA-612C15AD5EAC}" presName="textA" presStyleLbl="revTx" presStyleIdx="8" presStyleCnt="14">
        <dgm:presLayoutVars>
          <dgm:bulletEnabled val="1"/>
        </dgm:presLayoutVars>
      </dgm:prSet>
      <dgm:spPr/>
    </dgm:pt>
    <dgm:pt modelId="{8BF798E4-19A5-47A5-AC2D-81ECC6BF257C}" type="pres">
      <dgm:prSet presAssocID="{1697395E-F2D9-400C-A9BA-612C15AD5EAC}" presName="circleA" presStyleLbl="node1" presStyleIdx="8" presStyleCnt="14"/>
      <dgm:spPr/>
    </dgm:pt>
    <dgm:pt modelId="{9FCAC4A7-D53E-46AA-9F4B-09B03ACF9C89}" type="pres">
      <dgm:prSet presAssocID="{1697395E-F2D9-400C-A9BA-612C15AD5EAC}" presName="spaceA" presStyleCnt="0"/>
      <dgm:spPr/>
    </dgm:pt>
    <dgm:pt modelId="{5C851598-F773-4E06-922F-908DDD8B7055}" type="pres">
      <dgm:prSet presAssocID="{4FC2A94B-7F53-4DCA-9921-B25EFF232DC6}" presName="space" presStyleCnt="0"/>
      <dgm:spPr/>
    </dgm:pt>
    <dgm:pt modelId="{E19E1428-112D-40A1-8A6C-96F4C5BDE4B1}" type="pres">
      <dgm:prSet presAssocID="{F51F316B-B6A0-41CA-973F-D08461CC916B}" presName="compositeB" presStyleCnt="0"/>
      <dgm:spPr/>
    </dgm:pt>
    <dgm:pt modelId="{6FC8609F-17DF-4B93-B517-5A5ABCF3C729}" type="pres">
      <dgm:prSet presAssocID="{F51F316B-B6A0-41CA-973F-D08461CC916B}" presName="textB" presStyleLbl="revTx" presStyleIdx="9" presStyleCnt="14">
        <dgm:presLayoutVars>
          <dgm:bulletEnabled val="1"/>
        </dgm:presLayoutVars>
      </dgm:prSet>
      <dgm:spPr/>
    </dgm:pt>
    <dgm:pt modelId="{223306D6-4D58-42E0-AFC6-87DCE5EF1529}" type="pres">
      <dgm:prSet presAssocID="{F51F316B-B6A0-41CA-973F-D08461CC916B}" presName="circleB" presStyleLbl="node1" presStyleIdx="9" presStyleCnt="14"/>
      <dgm:spPr/>
    </dgm:pt>
    <dgm:pt modelId="{22A93BB3-EDAF-4067-991D-FDB23177B633}" type="pres">
      <dgm:prSet presAssocID="{F51F316B-B6A0-41CA-973F-D08461CC916B}" presName="spaceB" presStyleCnt="0"/>
      <dgm:spPr/>
    </dgm:pt>
    <dgm:pt modelId="{BFEEFBE1-1E84-4A54-B93D-9B2FCB4E4553}" type="pres">
      <dgm:prSet presAssocID="{7396C62D-AECE-45CA-9CF2-2CE88EF22029}" presName="space" presStyleCnt="0"/>
      <dgm:spPr/>
    </dgm:pt>
    <dgm:pt modelId="{74D2DBD3-1566-44AC-9118-184A1900B114}" type="pres">
      <dgm:prSet presAssocID="{DBD56872-AB35-43A1-AE44-F9D79BF31F12}" presName="compositeA" presStyleCnt="0"/>
      <dgm:spPr/>
    </dgm:pt>
    <dgm:pt modelId="{70CFFA8B-46FB-416E-9048-7753234CA4DB}" type="pres">
      <dgm:prSet presAssocID="{DBD56872-AB35-43A1-AE44-F9D79BF31F12}" presName="textA" presStyleLbl="revTx" presStyleIdx="10" presStyleCnt="14">
        <dgm:presLayoutVars>
          <dgm:bulletEnabled val="1"/>
        </dgm:presLayoutVars>
      </dgm:prSet>
      <dgm:spPr/>
    </dgm:pt>
    <dgm:pt modelId="{CB788FF2-253B-4624-8D03-FBA98AED4F00}" type="pres">
      <dgm:prSet presAssocID="{DBD56872-AB35-43A1-AE44-F9D79BF31F12}" presName="circleA" presStyleLbl="node1" presStyleIdx="10" presStyleCnt="14"/>
      <dgm:spPr/>
    </dgm:pt>
    <dgm:pt modelId="{7903F915-72C2-4379-9D05-C95540FFE784}" type="pres">
      <dgm:prSet presAssocID="{DBD56872-AB35-43A1-AE44-F9D79BF31F12}" presName="spaceA" presStyleCnt="0"/>
      <dgm:spPr/>
    </dgm:pt>
    <dgm:pt modelId="{8BAAE255-51FE-4C8B-B211-31599EA96B27}" type="pres">
      <dgm:prSet presAssocID="{EAFF2C38-FE0E-4665-B78A-BF6C7BDDC98C}" presName="space" presStyleCnt="0"/>
      <dgm:spPr/>
    </dgm:pt>
    <dgm:pt modelId="{8E872B2F-0407-4546-978B-C59F3ABA621B}" type="pres">
      <dgm:prSet presAssocID="{2F4F0BAB-9250-4698-BFB3-19C2F870CCB6}" presName="compositeB" presStyleCnt="0"/>
      <dgm:spPr/>
    </dgm:pt>
    <dgm:pt modelId="{1DDB35A9-85BB-42DC-8085-F69D9B133684}" type="pres">
      <dgm:prSet presAssocID="{2F4F0BAB-9250-4698-BFB3-19C2F870CCB6}" presName="textB" presStyleLbl="revTx" presStyleIdx="11" presStyleCnt="14">
        <dgm:presLayoutVars>
          <dgm:bulletEnabled val="1"/>
        </dgm:presLayoutVars>
      </dgm:prSet>
      <dgm:spPr/>
    </dgm:pt>
    <dgm:pt modelId="{3EBFA38B-37A6-499E-92FE-C3B46D031B37}" type="pres">
      <dgm:prSet presAssocID="{2F4F0BAB-9250-4698-BFB3-19C2F870CCB6}" presName="circleB" presStyleLbl="node1" presStyleIdx="11" presStyleCnt="14"/>
      <dgm:spPr/>
    </dgm:pt>
    <dgm:pt modelId="{273C4656-E3A3-4A1F-B82D-6AC06B3D8607}" type="pres">
      <dgm:prSet presAssocID="{2F4F0BAB-9250-4698-BFB3-19C2F870CCB6}" presName="spaceB" presStyleCnt="0"/>
      <dgm:spPr/>
    </dgm:pt>
    <dgm:pt modelId="{565E92ED-697F-4FA7-9310-87015DB459C6}" type="pres">
      <dgm:prSet presAssocID="{463A0E45-A467-4E96-B3D7-E34314720DA7}" presName="space" presStyleCnt="0"/>
      <dgm:spPr/>
    </dgm:pt>
    <dgm:pt modelId="{11997A5B-F2E7-4086-8D68-B8EB1ACB23FA}" type="pres">
      <dgm:prSet presAssocID="{0A1BAA65-350D-42AB-8693-DBCFEFFBE727}" presName="compositeA" presStyleCnt="0"/>
      <dgm:spPr/>
    </dgm:pt>
    <dgm:pt modelId="{24AC4DE4-607D-4174-AD8D-495EF6CC0ED3}" type="pres">
      <dgm:prSet presAssocID="{0A1BAA65-350D-42AB-8693-DBCFEFFBE727}" presName="textA" presStyleLbl="revTx" presStyleIdx="12" presStyleCnt="14">
        <dgm:presLayoutVars>
          <dgm:bulletEnabled val="1"/>
        </dgm:presLayoutVars>
      </dgm:prSet>
      <dgm:spPr/>
    </dgm:pt>
    <dgm:pt modelId="{ADB74BA8-6A66-4AB4-A1F2-9411557F2CF0}" type="pres">
      <dgm:prSet presAssocID="{0A1BAA65-350D-42AB-8693-DBCFEFFBE727}" presName="circleA" presStyleLbl="node1" presStyleIdx="12" presStyleCnt="14"/>
      <dgm:spPr/>
    </dgm:pt>
    <dgm:pt modelId="{ABE73EFE-51B4-45F2-A941-C31683C02160}" type="pres">
      <dgm:prSet presAssocID="{0A1BAA65-350D-42AB-8693-DBCFEFFBE727}" presName="spaceA" presStyleCnt="0"/>
      <dgm:spPr/>
    </dgm:pt>
    <dgm:pt modelId="{EFEF9240-5473-403C-A21A-D26B8A554B4A}" type="pres">
      <dgm:prSet presAssocID="{CDEB04AF-4CCC-42D2-BE89-16F0812DF59C}" presName="space" presStyleCnt="0"/>
      <dgm:spPr/>
    </dgm:pt>
    <dgm:pt modelId="{3E3E97E3-F737-4490-BF54-F7DA238C6446}" type="pres">
      <dgm:prSet presAssocID="{96108E62-12D8-49E5-9DC7-B7F4FBD5E671}" presName="compositeB" presStyleCnt="0"/>
      <dgm:spPr/>
    </dgm:pt>
    <dgm:pt modelId="{7520D75A-09DD-46B3-A8ED-BC4A8934A6EA}" type="pres">
      <dgm:prSet presAssocID="{96108E62-12D8-49E5-9DC7-B7F4FBD5E671}" presName="textB" presStyleLbl="revTx" presStyleIdx="13" presStyleCnt="14">
        <dgm:presLayoutVars>
          <dgm:bulletEnabled val="1"/>
        </dgm:presLayoutVars>
      </dgm:prSet>
      <dgm:spPr/>
    </dgm:pt>
    <dgm:pt modelId="{E75F3C0A-EB8E-4B3A-B675-B54FFE835D9E}" type="pres">
      <dgm:prSet presAssocID="{96108E62-12D8-49E5-9DC7-B7F4FBD5E671}" presName="circleB" presStyleLbl="node1" presStyleIdx="13" presStyleCnt="14"/>
      <dgm:spPr/>
    </dgm:pt>
    <dgm:pt modelId="{B2BB19D2-0BF8-4CF2-A1AC-07BB28D129B7}" type="pres">
      <dgm:prSet presAssocID="{96108E62-12D8-49E5-9DC7-B7F4FBD5E671}" presName="spaceB" presStyleCnt="0"/>
      <dgm:spPr/>
    </dgm:pt>
  </dgm:ptLst>
  <dgm:cxnLst>
    <dgm:cxn modelId="{BDD84302-F226-4C3F-9585-9B8CD6EECDD5}" srcId="{36882F53-5B46-410E-B281-D9C176F58EE0}" destId="{2F4F0BAB-9250-4698-BFB3-19C2F870CCB6}" srcOrd="11" destOrd="0" parTransId="{98D8BF87-1B7F-4583-8379-119E76B0E14A}" sibTransId="{463A0E45-A467-4E96-B3D7-E34314720DA7}"/>
    <dgm:cxn modelId="{D764A705-87B4-4C04-A4A0-621FC3F8065A}" srcId="{36882F53-5B46-410E-B281-D9C176F58EE0}" destId="{1219BF2D-EF7B-4F98-9045-7BE36E96A65D}" srcOrd="4" destOrd="0" parTransId="{6D47257E-2540-4DE6-B326-A46DE55BF1D2}" sibTransId="{00C6B314-76AA-48D8-9A6F-6F3C6C484071}"/>
    <dgm:cxn modelId="{FAC20F06-4A62-4B40-A260-64228DAA03E0}" type="presOf" srcId="{02EB04C5-C356-4872-9F08-5F5F6A5C50DC}" destId="{4F4A110C-7747-4955-84CA-9CC349161AC2}" srcOrd="0" destOrd="0" presId="urn:microsoft.com/office/officeart/2005/8/layout/hProcess11"/>
    <dgm:cxn modelId="{41AFAC1E-89E5-4112-BD72-7E1772790407}" type="presOf" srcId="{6E52DDA2-A65A-4F79-9495-27064C6DD251}" destId="{F18E6B9D-4921-431A-A532-1F31B212596D}" srcOrd="0" destOrd="0" presId="urn:microsoft.com/office/officeart/2005/8/layout/hProcess11"/>
    <dgm:cxn modelId="{CD428722-46CC-4BC1-8DAB-34BCACC6DD51}" type="presOf" srcId="{1697395E-F2D9-400C-A9BA-612C15AD5EAC}" destId="{2F42F162-516E-48F7-BD35-C850A9B8EF4C}" srcOrd="0" destOrd="0" presId="urn:microsoft.com/office/officeart/2005/8/layout/hProcess11"/>
    <dgm:cxn modelId="{9CA44428-D39C-41A5-9FAB-5BC1891F49A8}" type="presOf" srcId="{2F4F0BAB-9250-4698-BFB3-19C2F870CCB6}" destId="{1DDB35A9-85BB-42DC-8085-F69D9B133684}" srcOrd="0" destOrd="0" presId="urn:microsoft.com/office/officeart/2005/8/layout/hProcess11"/>
    <dgm:cxn modelId="{F75F8D2A-DD29-4100-B5C5-6BFCF3B38CBD}" srcId="{36882F53-5B46-410E-B281-D9C176F58EE0}" destId="{6E0FC592-39BE-42E1-9D73-64EBE20CEBB1}" srcOrd="1" destOrd="0" parTransId="{477C96CD-2FC7-4A7C-9CC0-CF37EC6AFDEA}" sibTransId="{1FF919CA-3447-4ADE-AD85-C1BEBE103E2D}"/>
    <dgm:cxn modelId="{05C49C2F-5C27-4FC9-95FC-E196268DD7AB}" type="presOf" srcId="{DF2DCE73-60CF-4494-B212-75F5E0A40ECF}" destId="{D1CDB62E-6AA5-4ECF-A794-FB7DC3ABA9AC}" srcOrd="0" destOrd="0" presId="urn:microsoft.com/office/officeart/2005/8/layout/hProcess11"/>
    <dgm:cxn modelId="{60769536-3B92-4A8B-B614-4C2B70C996D7}" type="presOf" srcId="{1219BF2D-EF7B-4F98-9045-7BE36E96A65D}" destId="{44EA16B0-1979-4983-9074-D4A26ACE2AC7}" srcOrd="0" destOrd="0" presId="urn:microsoft.com/office/officeart/2005/8/layout/hProcess11"/>
    <dgm:cxn modelId="{76FD543F-621E-4CD9-A2D8-5AA5945A1213}" srcId="{36882F53-5B46-410E-B281-D9C176F58EE0}" destId="{6E52DDA2-A65A-4F79-9495-27064C6DD251}" srcOrd="5" destOrd="0" parTransId="{60FD9228-6049-4889-BCBE-37166D7E0BA6}" sibTransId="{CAA28922-3BE4-4B9F-979F-3F3D2D44B95C}"/>
    <dgm:cxn modelId="{F455D863-C718-4316-8A43-F782F4DBDCCF}" type="presOf" srcId="{6E0FC592-39BE-42E1-9D73-64EBE20CEBB1}" destId="{E51B2F1B-DD98-44AB-A08E-FE35D4EC59FD}" srcOrd="0" destOrd="0" presId="urn:microsoft.com/office/officeart/2005/8/layout/hProcess11"/>
    <dgm:cxn modelId="{BABDE954-47EB-44B6-A39E-73FEFE9CDA5E}" srcId="{36882F53-5B46-410E-B281-D9C176F58EE0}" destId="{02EB04C5-C356-4872-9F08-5F5F6A5C50DC}" srcOrd="3" destOrd="0" parTransId="{429489A4-390E-4EB1-B068-8CB64AE9757A}" sibTransId="{3A0AA1B6-B5F8-457B-8669-0692B11E222A}"/>
    <dgm:cxn modelId="{FDD6825A-1D02-4A8F-BCE0-5902073A955E}" type="presOf" srcId="{F51F316B-B6A0-41CA-973F-D08461CC916B}" destId="{6FC8609F-17DF-4B93-B517-5A5ABCF3C729}" srcOrd="0" destOrd="0" presId="urn:microsoft.com/office/officeart/2005/8/layout/hProcess11"/>
    <dgm:cxn modelId="{04D3C67B-12A8-413B-9477-AFE88CB27479}" srcId="{36882F53-5B46-410E-B281-D9C176F58EE0}" destId="{DF2DCE73-60CF-4494-B212-75F5E0A40ECF}" srcOrd="2" destOrd="0" parTransId="{E8616D20-C45D-42AA-83EC-F84EAFABCA21}" sibTransId="{EB0DF9DB-47E9-4787-AADC-D365528E73FB}"/>
    <dgm:cxn modelId="{D53BC981-B051-4D3B-9106-E662F465B993}" srcId="{36882F53-5B46-410E-B281-D9C176F58EE0}" destId="{96108E62-12D8-49E5-9DC7-B7F4FBD5E671}" srcOrd="13" destOrd="0" parTransId="{D739A61E-8C45-432C-84A6-BEE512112E8F}" sibTransId="{CCA8DE0C-4F3C-42F6-922C-E7DC51A56744}"/>
    <dgm:cxn modelId="{13BA9C88-D3DC-4D11-8919-8FD38C0FF028}" srcId="{36882F53-5B46-410E-B281-D9C176F58EE0}" destId="{1697395E-F2D9-400C-A9BA-612C15AD5EAC}" srcOrd="8" destOrd="0" parTransId="{097D67A0-B62F-4394-B046-EA808F77A39A}" sibTransId="{4FC2A94B-7F53-4DCA-9921-B25EFF232DC6}"/>
    <dgm:cxn modelId="{68EDCE88-18ED-466B-B602-076AC8348E5E}" srcId="{36882F53-5B46-410E-B281-D9C176F58EE0}" destId="{F51F316B-B6A0-41CA-973F-D08461CC916B}" srcOrd="9" destOrd="0" parTransId="{714E514A-2F8B-45B3-A1D5-0B3773C13D31}" sibTransId="{7396C62D-AECE-45CA-9CF2-2CE88EF22029}"/>
    <dgm:cxn modelId="{02481A90-0E42-4DD2-8D3E-CBF0101C0631}" type="presOf" srcId="{36882F53-5B46-410E-B281-D9C176F58EE0}" destId="{ACFFD8D5-E0F5-490A-81C8-B497FFB3D574}" srcOrd="0" destOrd="0" presId="urn:microsoft.com/office/officeart/2005/8/layout/hProcess11"/>
    <dgm:cxn modelId="{87E1EA90-0B28-494E-A3DA-236D2A1FD90B}" srcId="{36882F53-5B46-410E-B281-D9C176F58EE0}" destId="{2531699A-CBFE-41A7-BD5A-2A0CFDB9952E}" srcOrd="6" destOrd="0" parTransId="{537D9162-2155-40EC-B1DE-4E0C55B9F127}" sibTransId="{B8C09882-BB59-4A28-AC0A-8A94B3983E13}"/>
    <dgm:cxn modelId="{6199899B-3243-46A9-8354-6AFDF96FEE27}" srcId="{36882F53-5B46-410E-B281-D9C176F58EE0}" destId="{DBD56872-AB35-43A1-AE44-F9D79BF31F12}" srcOrd="10" destOrd="0" parTransId="{26E9CE4C-E893-4E60-B547-9842F3B9EAEE}" sibTransId="{EAFF2C38-FE0E-4665-B78A-BF6C7BDDC98C}"/>
    <dgm:cxn modelId="{250F2EA9-4B53-4BA6-AAF8-037388866A0F}" type="presOf" srcId="{DBD56872-AB35-43A1-AE44-F9D79BF31F12}" destId="{70CFFA8B-46FB-416E-9048-7753234CA4DB}" srcOrd="0" destOrd="0" presId="urn:microsoft.com/office/officeart/2005/8/layout/hProcess11"/>
    <dgm:cxn modelId="{854100AF-1C5B-4F0E-A8C6-0765CB166AE5}" type="presOf" srcId="{4F2E94C9-69E2-405A-8101-9715AC6DC858}" destId="{5B7AFDC1-3FF6-4879-B36E-3089D89937B7}" srcOrd="0" destOrd="0" presId="urn:microsoft.com/office/officeart/2005/8/layout/hProcess11"/>
    <dgm:cxn modelId="{D20D52BE-15D2-402E-B9D2-54845B1673C3}" srcId="{36882F53-5B46-410E-B281-D9C176F58EE0}" destId="{0A1BAA65-350D-42AB-8693-DBCFEFFBE727}" srcOrd="12" destOrd="0" parTransId="{953EE0B4-2410-4392-95FB-2380BD0BF3A7}" sibTransId="{CDEB04AF-4CCC-42D2-BE89-16F0812DF59C}"/>
    <dgm:cxn modelId="{78BEB7C3-A2B4-4F61-9EEE-AD206D2AF0EB}" type="presOf" srcId="{0A1BAA65-350D-42AB-8693-DBCFEFFBE727}" destId="{24AC4DE4-607D-4174-AD8D-495EF6CC0ED3}" srcOrd="0" destOrd="0" presId="urn:microsoft.com/office/officeart/2005/8/layout/hProcess11"/>
    <dgm:cxn modelId="{81F8B6CB-C136-4138-9ED8-FC1FA0937501}" type="presOf" srcId="{96108E62-12D8-49E5-9DC7-B7F4FBD5E671}" destId="{7520D75A-09DD-46B3-A8ED-BC4A8934A6EA}" srcOrd="0" destOrd="0" presId="urn:microsoft.com/office/officeart/2005/8/layout/hProcess11"/>
    <dgm:cxn modelId="{318120D6-F7FA-4131-BCFC-48F4EEFE1586}" type="presOf" srcId="{2531699A-CBFE-41A7-BD5A-2A0CFDB9952E}" destId="{95B3E740-B67A-4A73-A97A-B34B3FC18B6A}" srcOrd="0" destOrd="0" presId="urn:microsoft.com/office/officeart/2005/8/layout/hProcess11"/>
    <dgm:cxn modelId="{0237C6D9-1BDC-4197-90D7-2AA84E176041}" srcId="{36882F53-5B46-410E-B281-D9C176F58EE0}" destId="{B469A5B1-F82B-492B-94FA-24A3A9971077}" srcOrd="0" destOrd="0" parTransId="{F1D94EC9-2E19-4B1F-AEB2-C772A2390A2D}" sibTransId="{89A8E044-6DD3-4C9E-A268-794223C52D97}"/>
    <dgm:cxn modelId="{81DAC5F0-2EC4-4E3F-9C45-CA5358E2BFB0}" type="presOf" srcId="{B469A5B1-F82B-492B-94FA-24A3A9971077}" destId="{8944A6C5-2EA3-4685-B951-531C0EF53D73}" srcOrd="0" destOrd="0" presId="urn:microsoft.com/office/officeart/2005/8/layout/hProcess11"/>
    <dgm:cxn modelId="{85E87BF6-C698-4D7E-8F6F-0B15470B9D2F}" srcId="{36882F53-5B46-410E-B281-D9C176F58EE0}" destId="{4F2E94C9-69E2-405A-8101-9715AC6DC858}" srcOrd="7" destOrd="0" parTransId="{D3765389-BED3-47D2-8FA6-BF09765CC113}" sibTransId="{205C9114-AADE-4F12-96EC-AE55B0AD2134}"/>
    <dgm:cxn modelId="{2575B9ED-6B71-4933-8C0C-289320AC12CB}" type="presParOf" srcId="{ACFFD8D5-E0F5-490A-81C8-B497FFB3D574}" destId="{FB276FF6-89D2-4E5D-8DE9-DB5AB8FA9CB4}" srcOrd="0" destOrd="0" presId="urn:microsoft.com/office/officeart/2005/8/layout/hProcess11"/>
    <dgm:cxn modelId="{0DBEB19D-E38C-45DE-AE1A-A07CFC27C1BE}" type="presParOf" srcId="{ACFFD8D5-E0F5-490A-81C8-B497FFB3D574}" destId="{0862B882-2731-4AC3-9C3A-525673275B41}" srcOrd="1" destOrd="0" presId="urn:microsoft.com/office/officeart/2005/8/layout/hProcess11"/>
    <dgm:cxn modelId="{43D7FA08-C7B7-4057-B51B-4B10830DBF69}" type="presParOf" srcId="{0862B882-2731-4AC3-9C3A-525673275B41}" destId="{5BD49148-8B60-4AA2-93E1-CBF5AEEDC8CC}" srcOrd="0" destOrd="0" presId="urn:microsoft.com/office/officeart/2005/8/layout/hProcess11"/>
    <dgm:cxn modelId="{E92A5392-7981-4E66-A462-49A17FC48BEC}" type="presParOf" srcId="{5BD49148-8B60-4AA2-93E1-CBF5AEEDC8CC}" destId="{8944A6C5-2EA3-4685-B951-531C0EF53D73}" srcOrd="0" destOrd="0" presId="urn:microsoft.com/office/officeart/2005/8/layout/hProcess11"/>
    <dgm:cxn modelId="{DBFE6754-3945-40A3-A38A-334F3112F1FB}" type="presParOf" srcId="{5BD49148-8B60-4AA2-93E1-CBF5AEEDC8CC}" destId="{B1221131-EFB3-49C2-9659-ECBDBD9F6C80}" srcOrd="1" destOrd="0" presId="urn:microsoft.com/office/officeart/2005/8/layout/hProcess11"/>
    <dgm:cxn modelId="{977CF904-25AD-4C62-8B69-0D417C11A1E7}" type="presParOf" srcId="{5BD49148-8B60-4AA2-93E1-CBF5AEEDC8CC}" destId="{CC5AE6DE-CB15-401E-94DB-29E91C075843}" srcOrd="2" destOrd="0" presId="urn:microsoft.com/office/officeart/2005/8/layout/hProcess11"/>
    <dgm:cxn modelId="{CEB8A758-59AA-43C9-86EB-9F86299E7838}" type="presParOf" srcId="{0862B882-2731-4AC3-9C3A-525673275B41}" destId="{5244934D-4C13-4F4A-8561-622969DA2F80}" srcOrd="1" destOrd="0" presId="urn:microsoft.com/office/officeart/2005/8/layout/hProcess11"/>
    <dgm:cxn modelId="{DCCC50DA-3E5F-4DA0-A3D0-9D0A4E6CF904}" type="presParOf" srcId="{0862B882-2731-4AC3-9C3A-525673275B41}" destId="{1E0D62B2-2EAD-493B-8485-A9042FAA7191}" srcOrd="2" destOrd="0" presId="urn:microsoft.com/office/officeart/2005/8/layout/hProcess11"/>
    <dgm:cxn modelId="{037F3CFC-C81C-43F2-B483-420D253D5647}" type="presParOf" srcId="{1E0D62B2-2EAD-493B-8485-A9042FAA7191}" destId="{E51B2F1B-DD98-44AB-A08E-FE35D4EC59FD}" srcOrd="0" destOrd="0" presId="urn:microsoft.com/office/officeart/2005/8/layout/hProcess11"/>
    <dgm:cxn modelId="{6747EE3C-5B22-4378-A904-D0B98FF11BB4}" type="presParOf" srcId="{1E0D62B2-2EAD-493B-8485-A9042FAA7191}" destId="{A5254795-D619-4497-9A8D-EC7EB5D0FA3A}" srcOrd="1" destOrd="0" presId="urn:microsoft.com/office/officeart/2005/8/layout/hProcess11"/>
    <dgm:cxn modelId="{2C25B6A3-14C9-4E36-9D0F-9A81AF1FC85B}" type="presParOf" srcId="{1E0D62B2-2EAD-493B-8485-A9042FAA7191}" destId="{7F637207-03CF-4CFC-A0BE-80488AAC4F61}" srcOrd="2" destOrd="0" presId="urn:microsoft.com/office/officeart/2005/8/layout/hProcess11"/>
    <dgm:cxn modelId="{30CDD1B4-22D4-43E2-A5DF-66D921E09975}" type="presParOf" srcId="{0862B882-2731-4AC3-9C3A-525673275B41}" destId="{EC4D7447-677F-4EFD-9B9E-D0E9A392F693}" srcOrd="3" destOrd="0" presId="urn:microsoft.com/office/officeart/2005/8/layout/hProcess11"/>
    <dgm:cxn modelId="{5E46F9DC-1B69-4123-8625-36DB8C7071BC}" type="presParOf" srcId="{0862B882-2731-4AC3-9C3A-525673275B41}" destId="{9566A1D3-7F13-433B-B089-E15D64D9BEBF}" srcOrd="4" destOrd="0" presId="urn:microsoft.com/office/officeart/2005/8/layout/hProcess11"/>
    <dgm:cxn modelId="{D2D9CA91-C527-41CC-96E0-F1B9FE9832AF}" type="presParOf" srcId="{9566A1D3-7F13-433B-B089-E15D64D9BEBF}" destId="{D1CDB62E-6AA5-4ECF-A794-FB7DC3ABA9AC}" srcOrd="0" destOrd="0" presId="urn:microsoft.com/office/officeart/2005/8/layout/hProcess11"/>
    <dgm:cxn modelId="{6E630B6C-2D6F-48F5-AD70-8331D7827CA9}" type="presParOf" srcId="{9566A1D3-7F13-433B-B089-E15D64D9BEBF}" destId="{5D4C9280-A0F7-4CC8-AA2B-BA9F7E696FC1}" srcOrd="1" destOrd="0" presId="urn:microsoft.com/office/officeart/2005/8/layout/hProcess11"/>
    <dgm:cxn modelId="{1632B64C-E504-4FC8-A5D1-6ADE7558710C}" type="presParOf" srcId="{9566A1D3-7F13-433B-B089-E15D64D9BEBF}" destId="{A180E950-3E2F-4578-9207-C0D04F0DDCB7}" srcOrd="2" destOrd="0" presId="urn:microsoft.com/office/officeart/2005/8/layout/hProcess11"/>
    <dgm:cxn modelId="{FBDBB9F3-EFF8-41D7-AC47-F870462EB147}" type="presParOf" srcId="{0862B882-2731-4AC3-9C3A-525673275B41}" destId="{F4ABB3A8-A456-4746-81AA-51FE03736239}" srcOrd="5" destOrd="0" presId="urn:microsoft.com/office/officeart/2005/8/layout/hProcess11"/>
    <dgm:cxn modelId="{403D6A5A-8BF4-4C82-80EB-9C7CAAF6CAE1}" type="presParOf" srcId="{0862B882-2731-4AC3-9C3A-525673275B41}" destId="{823AA07A-C96D-4C23-943C-11C8F135830D}" srcOrd="6" destOrd="0" presId="urn:microsoft.com/office/officeart/2005/8/layout/hProcess11"/>
    <dgm:cxn modelId="{7E586C10-D5DD-4EC7-BFD2-6961F18B567A}" type="presParOf" srcId="{823AA07A-C96D-4C23-943C-11C8F135830D}" destId="{4F4A110C-7747-4955-84CA-9CC349161AC2}" srcOrd="0" destOrd="0" presId="urn:microsoft.com/office/officeart/2005/8/layout/hProcess11"/>
    <dgm:cxn modelId="{CF5A2DD5-910C-4C57-B68D-5BC0E86818E9}" type="presParOf" srcId="{823AA07A-C96D-4C23-943C-11C8F135830D}" destId="{228056F0-2876-4FCB-86C0-4F856117D570}" srcOrd="1" destOrd="0" presId="urn:microsoft.com/office/officeart/2005/8/layout/hProcess11"/>
    <dgm:cxn modelId="{6AF96626-BC5B-4066-BADD-05ACD5602F22}" type="presParOf" srcId="{823AA07A-C96D-4C23-943C-11C8F135830D}" destId="{574A1F94-7843-4D33-9AA4-20EEC4EF6ED6}" srcOrd="2" destOrd="0" presId="urn:microsoft.com/office/officeart/2005/8/layout/hProcess11"/>
    <dgm:cxn modelId="{D5C2E24F-5082-4A54-9FF0-2756D2CC8121}" type="presParOf" srcId="{0862B882-2731-4AC3-9C3A-525673275B41}" destId="{F63DAA78-3479-4511-949C-219183FA961C}" srcOrd="7" destOrd="0" presId="urn:microsoft.com/office/officeart/2005/8/layout/hProcess11"/>
    <dgm:cxn modelId="{7E65AE2F-CDC9-48CF-8022-87B336AA581F}" type="presParOf" srcId="{0862B882-2731-4AC3-9C3A-525673275B41}" destId="{41211283-DBE6-4998-8BBB-600C10D51C7C}" srcOrd="8" destOrd="0" presId="urn:microsoft.com/office/officeart/2005/8/layout/hProcess11"/>
    <dgm:cxn modelId="{A787DCF0-19F0-4C0F-8129-11E6A88BEAD3}" type="presParOf" srcId="{41211283-DBE6-4998-8BBB-600C10D51C7C}" destId="{44EA16B0-1979-4983-9074-D4A26ACE2AC7}" srcOrd="0" destOrd="0" presId="urn:microsoft.com/office/officeart/2005/8/layout/hProcess11"/>
    <dgm:cxn modelId="{EEA71C87-CA1F-4087-842C-207B2E639169}" type="presParOf" srcId="{41211283-DBE6-4998-8BBB-600C10D51C7C}" destId="{2136133D-2AAE-417C-8638-AD9DD2A84B85}" srcOrd="1" destOrd="0" presId="urn:microsoft.com/office/officeart/2005/8/layout/hProcess11"/>
    <dgm:cxn modelId="{CB2240A4-C261-445C-B35C-F6D7ADC749C8}" type="presParOf" srcId="{41211283-DBE6-4998-8BBB-600C10D51C7C}" destId="{0F40E09E-0576-48A9-AC15-D19F146178C1}" srcOrd="2" destOrd="0" presId="urn:microsoft.com/office/officeart/2005/8/layout/hProcess11"/>
    <dgm:cxn modelId="{FE4D6E13-6902-429B-A8F9-755EB58F5A67}" type="presParOf" srcId="{0862B882-2731-4AC3-9C3A-525673275B41}" destId="{7D2FF725-9BE4-4527-B1AD-868A97994B2E}" srcOrd="9" destOrd="0" presId="urn:microsoft.com/office/officeart/2005/8/layout/hProcess11"/>
    <dgm:cxn modelId="{B23457E6-7F69-428D-B144-DEDF9BDB644C}" type="presParOf" srcId="{0862B882-2731-4AC3-9C3A-525673275B41}" destId="{B12F878F-8AD4-4A69-9DAD-150CA597ECE8}" srcOrd="10" destOrd="0" presId="urn:microsoft.com/office/officeart/2005/8/layout/hProcess11"/>
    <dgm:cxn modelId="{4A0C4D1F-4FE9-46CD-8E88-0AFC7ECECF53}" type="presParOf" srcId="{B12F878F-8AD4-4A69-9DAD-150CA597ECE8}" destId="{F18E6B9D-4921-431A-A532-1F31B212596D}" srcOrd="0" destOrd="0" presId="urn:microsoft.com/office/officeart/2005/8/layout/hProcess11"/>
    <dgm:cxn modelId="{F805996C-B3B4-4395-BAAB-81CD9D70EC2C}" type="presParOf" srcId="{B12F878F-8AD4-4A69-9DAD-150CA597ECE8}" destId="{A07B39AF-CFDD-48F6-99B5-5AB2CF4E6629}" srcOrd="1" destOrd="0" presId="urn:microsoft.com/office/officeart/2005/8/layout/hProcess11"/>
    <dgm:cxn modelId="{8A466637-3475-4347-8FEC-951186753087}" type="presParOf" srcId="{B12F878F-8AD4-4A69-9DAD-150CA597ECE8}" destId="{C5718536-E153-4DF3-8D53-0A16C60EF37B}" srcOrd="2" destOrd="0" presId="urn:microsoft.com/office/officeart/2005/8/layout/hProcess11"/>
    <dgm:cxn modelId="{11FE3B73-228F-4E0D-AA4B-D37D0F1F0E7F}" type="presParOf" srcId="{0862B882-2731-4AC3-9C3A-525673275B41}" destId="{5804F61B-B240-4B99-9A47-FD8419793D1A}" srcOrd="11" destOrd="0" presId="urn:microsoft.com/office/officeart/2005/8/layout/hProcess11"/>
    <dgm:cxn modelId="{46C1BFDC-07D6-455A-82D0-98E1819F272E}" type="presParOf" srcId="{0862B882-2731-4AC3-9C3A-525673275B41}" destId="{BCE46E56-271F-4702-8349-1006768E8E9F}" srcOrd="12" destOrd="0" presId="urn:microsoft.com/office/officeart/2005/8/layout/hProcess11"/>
    <dgm:cxn modelId="{4E3D8EED-2F1E-40C6-8614-09534A85A3A9}" type="presParOf" srcId="{BCE46E56-271F-4702-8349-1006768E8E9F}" destId="{95B3E740-B67A-4A73-A97A-B34B3FC18B6A}" srcOrd="0" destOrd="0" presId="urn:microsoft.com/office/officeart/2005/8/layout/hProcess11"/>
    <dgm:cxn modelId="{730A21AB-9AF1-4324-BC3E-D8F712E1675A}" type="presParOf" srcId="{BCE46E56-271F-4702-8349-1006768E8E9F}" destId="{69744F8A-733A-4F48-969E-7B1AD216846A}" srcOrd="1" destOrd="0" presId="urn:microsoft.com/office/officeart/2005/8/layout/hProcess11"/>
    <dgm:cxn modelId="{C06FDC65-989B-4D84-9BAA-6B6AE0B3DF8E}" type="presParOf" srcId="{BCE46E56-271F-4702-8349-1006768E8E9F}" destId="{9625037E-CD41-44D3-8EBB-F613D0682557}" srcOrd="2" destOrd="0" presId="urn:microsoft.com/office/officeart/2005/8/layout/hProcess11"/>
    <dgm:cxn modelId="{FE109466-D9AF-47A4-A93A-8AA8EAEFEB49}" type="presParOf" srcId="{0862B882-2731-4AC3-9C3A-525673275B41}" destId="{6EE28554-7732-41E0-94A6-514D37FC48C0}" srcOrd="13" destOrd="0" presId="urn:microsoft.com/office/officeart/2005/8/layout/hProcess11"/>
    <dgm:cxn modelId="{34C04039-F7FB-4E64-950C-67B342D7FC61}" type="presParOf" srcId="{0862B882-2731-4AC3-9C3A-525673275B41}" destId="{B4DBEF41-3994-442C-8DF3-A450892182B2}" srcOrd="14" destOrd="0" presId="urn:microsoft.com/office/officeart/2005/8/layout/hProcess11"/>
    <dgm:cxn modelId="{E6B0F13E-2D84-4323-AF9D-E190865959AC}" type="presParOf" srcId="{B4DBEF41-3994-442C-8DF3-A450892182B2}" destId="{5B7AFDC1-3FF6-4879-B36E-3089D89937B7}" srcOrd="0" destOrd="0" presId="urn:microsoft.com/office/officeart/2005/8/layout/hProcess11"/>
    <dgm:cxn modelId="{B7EE6D74-3D03-4679-87DB-D639622D479F}" type="presParOf" srcId="{B4DBEF41-3994-442C-8DF3-A450892182B2}" destId="{1B658DF9-F472-4071-8B4E-2F9AD01886D2}" srcOrd="1" destOrd="0" presId="urn:microsoft.com/office/officeart/2005/8/layout/hProcess11"/>
    <dgm:cxn modelId="{74ABD6BA-A0ED-483A-B659-B0DDB0039D4F}" type="presParOf" srcId="{B4DBEF41-3994-442C-8DF3-A450892182B2}" destId="{8A5FA737-96D4-48E9-A6D1-B485C1AC9ED9}" srcOrd="2" destOrd="0" presId="urn:microsoft.com/office/officeart/2005/8/layout/hProcess11"/>
    <dgm:cxn modelId="{FAE22D5E-29C8-43F9-995A-1D897902FE8B}" type="presParOf" srcId="{0862B882-2731-4AC3-9C3A-525673275B41}" destId="{8558C2C8-0518-4C7A-8E9C-289D7C931214}" srcOrd="15" destOrd="0" presId="urn:microsoft.com/office/officeart/2005/8/layout/hProcess11"/>
    <dgm:cxn modelId="{B263AADC-AB5F-477F-8C2B-C538823B318E}" type="presParOf" srcId="{0862B882-2731-4AC3-9C3A-525673275B41}" destId="{DC26BCD0-3AF6-4384-8C62-00CEB7CD8652}" srcOrd="16" destOrd="0" presId="urn:microsoft.com/office/officeart/2005/8/layout/hProcess11"/>
    <dgm:cxn modelId="{3AD40FD3-F1A4-4C00-8373-2C402F746682}" type="presParOf" srcId="{DC26BCD0-3AF6-4384-8C62-00CEB7CD8652}" destId="{2F42F162-516E-48F7-BD35-C850A9B8EF4C}" srcOrd="0" destOrd="0" presId="urn:microsoft.com/office/officeart/2005/8/layout/hProcess11"/>
    <dgm:cxn modelId="{5FEDCEB4-2493-4048-ABD7-49783FF80196}" type="presParOf" srcId="{DC26BCD0-3AF6-4384-8C62-00CEB7CD8652}" destId="{8BF798E4-19A5-47A5-AC2D-81ECC6BF257C}" srcOrd="1" destOrd="0" presId="urn:microsoft.com/office/officeart/2005/8/layout/hProcess11"/>
    <dgm:cxn modelId="{1DD49F56-A85E-4ACF-A65E-8D5BD11A1C42}" type="presParOf" srcId="{DC26BCD0-3AF6-4384-8C62-00CEB7CD8652}" destId="{9FCAC4A7-D53E-46AA-9F4B-09B03ACF9C89}" srcOrd="2" destOrd="0" presId="urn:microsoft.com/office/officeart/2005/8/layout/hProcess11"/>
    <dgm:cxn modelId="{7676F76C-B06D-443B-B1C8-1BDA67456C9D}" type="presParOf" srcId="{0862B882-2731-4AC3-9C3A-525673275B41}" destId="{5C851598-F773-4E06-922F-908DDD8B7055}" srcOrd="17" destOrd="0" presId="urn:microsoft.com/office/officeart/2005/8/layout/hProcess11"/>
    <dgm:cxn modelId="{9C4F1DF8-FAD3-4905-8C70-B8BFBB412C8B}" type="presParOf" srcId="{0862B882-2731-4AC3-9C3A-525673275B41}" destId="{E19E1428-112D-40A1-8A6C-96F4C5BDE4B1}" srcOrd="18" destOrd="0" presId="urn:microsoft.com/office/officeart/2005/8/layout/hProcess11"/>
    <dgm:cxn modelId="{AC2AF539-9419-4052-A03F-9607F64BCA72}" type="presParOf" srcId="{E19E1428-112D-40A1-8A6C-96F4C5BDE4B1}" destId="{6FC8609F-17DF-4B93-B517-5A5ABCF3C729}" srcOrd="0" destOrd="0" presId="urn:microsoft.com/office/officeart/2005/8/layout/hProcess11"/>
    <dgm:cxn modelId="{403AD037-9735-4BA1-B6D6-323C772AFE49}" type="presParOf" srcId="{E19E1428-112D-40A1-8A6C-96F4C5BDE4B1}" destId="{223306D6-4D58-42E0-AFC6-87DCE5EF1529}" srcOrd="1" destOrd="0" presId="urn:microsoft.com/office/officeart/2005/8/layout/hProcess11"/>
    <dgm:cxn modelId="{769EBDB8-BF4E-42BB-8DF9-547D801E16ED}" type="presParOf" srcId="{E19E1428-112D-40A1-8A6C-96F4C5BDE4B1}" destId="{22A93BB3-EDAF-4067-991D-FDB23177B633}" srcOrd="2" destOrd="0" presId="urn:microsoft.com/office/officeart/2005/8/layout/hProcess11"/>
    <dgm:cxn modelId="{E8D76832-CFA3-4079-98BB-E968F02DAAE0}" type="presParOf" srcId="{0862B882-2731-4AC3-9C3A-525673275B41}" destId="{BFEEFBE1-1E84-4A54-B93D-9B2FCB4E4553}" srcOrd="19" destOrd="0" presId="urn:microsoft.com/office/officeart/2005/8/layout/hProcess11"/>
    <dgm:cxn modelId="{0999E9E1-46D4-47D9-955F-8D08E78F6EA3}" type="presParOf" srcId="{0862B882-2731-4AC3-9C3A-525673275B41}" destId="{74D2DBD3-1566-44AC-9118-184A1900B114}" srcOrd="20" destOrd="0" presId="urn:microsoft.com/office/officeart/2005/8/layout/hProcess11"/>
    <dgm:cxn modelId="{923B3650-260A-4175-991E-E106EF76561A}" type="presParOf" srcId="{74D2DBD3-1566-44AC-9118-184A1900B114}" destId="{70CFFA8B-46FB-416E-9048-7753234CA4DB}" srcOrd="0" destOrd="0" presId="urn:microsoft.com/office/officeart/2005/8/layout/hProcess11"/>
    <dgm:cxn modelId="{AC236C17-0710-4D45-BA4D-B9A3D9ADC92E}" type="presParOf" srcId="{74D2DBD3-1566-44AC-9118-184A1900B114}" destId="{CB788FF2-253B-4624-8D03-FBA98AED4F00}" srcOrd="1" destOrd="0" presId="urn:microsoft.com/office/officeart/2005/8/layout/hProcess11"/>
    <dgm:cxn modelId="{DDCE94B9-9D0E-466F-A4CB-BB451E226E70}" type="presParOf" srcId="{74D2DBD3-1566-44AC-9118-184A1900B114}" destId="{7903F915-72C2-4379-9D05-C95540FFE784}" srcOrd="2" destOrd="0" presId="urn:microsoft.com/office/officeart/2005/8/layout/hProcess11"/>
    <dgm:cxn modelId="{ED4E0186-0395-442B-B200-752979E93606}" type="presParOf" srcId="{0862B882-2731-4AC3-9C3A-525673275B41}" destId="{8BAAE255-51FE-4C8B-B211-31599EA96B27}" srcOrd="21" destOrd="0" presId="urn:microsoft.com/office/officeart/2005/8/layout/hProcess11"/>
    <dgm:cxn modelId="{0654436A-8991-4337-847C-525792E09F55}" type="presParOf" srcId="{0862B882-2731-4AC3-9C3A-525673275B41}" destId="{8E872B2F-0407-4546-978B-C59F3ABA621B}" srcOrd="22" destOrd="0" presId="urn:microsoft.com/office/officeart/2005/8/layout/hProcess11"/>
    <dgm:cxn modelId="{1501453A-4AB1-499C-B7F0-9EF34F23835F}" type="presParOf" srcId="{8E872B2F-0407-4546-978B-C59F3ABA621B}" destId="{1DDB35A9-85BB-42DC-8085-F69D9B133684}" srcOrd="0" destOrd="0" presId="urn:microsoft.com/office/officeart/2005/8/layout/hProcess11"/>
    <dgm:cxn modelId="{A44A30AF-0594-4555-B1CA-E066C9A7B34C}" type="presParOf" srcId="{8E872B2F-0407-4546-978B-C59F3ABA621B}" destId="{3EBFA38B-37A6-499E-92FE-C3B46D031B37}" srcOrd="1" destOrd="0" presId="urn:microsoft.com/office/officeart/2005/8/layout/hProcess11"/>
    <dgm:cxn modelId="{88B1E2B1-045D-497F-9AE3-B690F8046EF2}" type="presParOf" srcId="{8E872B2F-0407-4546-978B-C59F3ABA621B}" destId="{273C4656-E3A3-4A1F-B82D-6AC06B3D8607}" srcOrd="2" destOrd="0" presId="urn:microsoft.com/office/officeart/2005/8/layout/hProcess11"/>
    <dgm:cxn modelId="{4C0FFC76-CFA0-4074-8954-133F4C857DCC}" type="presParOf" srcId="{0862B882-2731-4AC3-9C3A-525673275B41}" destId="{565E92ED-697F-4FA7-9310-87015DB459C6}" srcOrd="23" destOrd="0" presId="urn:microsoft.com/office/officeart/2005/8/layout/hProcess11"/>
    <dgm:cxn modelId="{51691984-8BCE-4594-8B95-589556C3C7F2}" type="presParOf" srcId="{0862B882-2731-4AC3-9C3A-525673275B41}" destId="{11997A5B-F2E7-4086-8D68-B8EB1ACB23FA}" srcOrd="24" destOrd="0" presId="urn:microsoft.com/office/officeart/2005/8/layout/hProcess11"/>
    <dgm:cxn modelId="{AEA215DD-C373-41D6-802C-BDE152299B8A}" type="presParOf" srcId="{11997A5B-F2E7-4086-8D68-B8EB1ACB23FA}" destId="{24AC4DE4-607D-4174-AD8D-495EF6CC0ED3}" srcOrd="0" destOrd="0" presId="urn:microsoft.com/office/officeart/2005/8/layout/hProcess11"/>
    <dgm:cxn modelId="{59CD9BFF-DC42-4430-B480-6A16C8624602}" type="presParOf" srcId="{11997A5B-F2E7-4086-8D68-B8EB1ACB23FA}" destId="{ADB74BA8-6A66-4AB4-A1F2-9411557F2CF0}" srcOrd="1" destOrd="0" presId="urn:microsoft.com/office/officeart/2005/8/layout/hProcess11"/>
    <dgm:cxn modelId="{C694E77D-C919-4EAA-BE18-BCD1534A1E1B}" type="presParOf" srcId="{11997A5B-F2E7-4086-8D68-B8EB1ACB23FA}" destId="{ABE73EFE-51B4-45F2-A941-C31683C02160}" srcOrd="2" destOrd="0" presId="urn:microsoft.com/office/officeart/2005/8/layout/hProcess11"/>
    <dgm:cxn modelId="{3B954C8F-8A5E-4FBD-ADA3-5F0CB2008FDB}" type="presParOf" srcId="{0862B882-2731-4AC3-9C3A-525673275B41}" destId="{EFEF9240-5473-403C-A21A-D26B8A554B4A}" srcOrd="25" destOrd="0" presId="urn:microsoft.com/office/officeart/2005/8/layout/hProcess11"/>
    <dgm:cxn modelId="{CCE4DD6D-5D40-4EC3-A559-13CA979F9DF7}" type="presParOf" srcId="{0862B882-2731-4AC3-9C3A-525673275B41}" destId="{3E3E97E3-F737-4490-BF54-F7DA238C6446}" srcOrd="26" destOrd="0" presId="urn:microsoft.com/office/officeart/2005/8/layout/hProcess11"/>
    <dgm:cxn modelId="{0B26075C-0058-411C-852C-882C53185E48}" type="presParOf" srcId="{3E3E97E3-F737-4490-BF54-F7DA238C6446}" destId="{7520D75A-09DD-46B3-A8ED-BC4A8934A6EA}" srcOrd="0" destOrd="0" presId="urn:microsoft.com/office/officeart/2005/8/layout/hProcess11"/>
    <dgm:cxn modelId="{246CA249-5F92-4675-A521-1B83B13F7F98}" type="presParOf" srcId="{3E3E97E3-F737-4490-BF54-F7DA238C6446}" destId="{E75F3C0A-EB8E-4B3A-B675-B54FFE835D9E}" srcOrd="1" destOrd="0" presId="urn:microsoft.com/office/officeart/2005/8/layout/hProcess11"/>
    <dgm:cxn modelId="{9DA43E64-F5CF-49EF-89FF-D569740D0BA5}" type="presParOf" srcId="{3E3E97E3-F737-4490-BF54-F7DA238C6446}" destId="{B2BB19D2-0BF8-4CF2-A1AC-07BB28D129B7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6882F53-5B46-410E-B281-D9C176F58EE0}" type="doc">
      <dgm:prSet loTypeId="urn:microsoft.com/office/officeart/2005/8/layout/hProcess11" loCatId="process" qsTypeId="urn:microsoft.com/office/officeart/2005/8/quickstyle/simple2" qsCatId="simple" csTypeId="urn:microsoft.com/office/officeart/2005/8/colors/accent6_2" csCatId="accent6" phldr="1"/>
      <dgm:spPr/>
    </dgm:pt>
    <dgm:pt modelId="{B469A5B1-F82B-492B-94FA-24A3A9971077}">
      <dgm:prSet phldrT="[テキスト]" phldr="0"/>
      <dgm:spPr/>
      <dgm:t>
        <a:bodyPr/>
        <a:lstStyle/>
        <a:p>
          <a:r>
            <a:rPr kumimoji="1" lang="ja-JP" altLang="en-US">
              <a:latin typeface="Calibri Light" panose="020F0302020204030204"/>
            </a:rPr>
            <a:t>御園小学校前</a:t>
          </a:r>
          <a:endParaRPr kumimoji="1" lang="ja-JP" altLang="en-US"/>
        </a:p>
      </dgm:t>
    </dgm:pt>
    <dgm:pt modelId="{F1D94EC9-2E19-4B1F-AEB2-C772A2390A2D}" type="parTrans" cxnId="{0237C6D9-1BDC-4197-90D7-2AA84E176041}">
      <dgm:prSet/>
      <dgm:spPr/>
    </dgm:pt>
    <dgm:pt modelId="{89A8E044-6DD3-4C9E-A268-794223C52D97}" type="sibTrans" cxnId="{0237C6D9-1BDC-4197-90D7-2AA84E176041}">
      <dgm:prSet/>
      <dgm:spPr/>
    </dgm:pt>
    <dgm:pt modelId="{6E0FC592-39BE-42E1-9D73-64EBE20CEBB1}">
      <dgm:prSet phldrT="[テキスト]" phldr="0"/>
      <dgm:spPr/>
      <dgm:t>
        <a:bodyPr/>
        <a:lstStyle/>
        <a:p>
          <a:r>
            <a:rPr kumimoji="1" lang="ja-JP" altLang="en-US">
              <a:latin typeface="Calibri Light" panose="020F0302020204030204"/>
            </a:rPr>
            <a:t>丸の内</a:t>
          </a:r>
          <a:endParaRPr kumimoji="1" lang="ja-JP" altLang="en-US"/>
        </a:p>
      </dgm:t>
    </dgm:pt>
    <dgm:pt modelId="{477C96CD-2FC7-4A7C-9CC0-CF37EC6AFDEA}" type="parTrans" cxnId="{F75F8D2A-DD29-4100-B5C5-6BFCF3B38CBD}">
      <dgm:prSet/>
      <dgm:spPr/>
    </dgm:pt>
    <dgm:pt modelId="{1FF919CA-3447-4ADE-AD85-C1BEBE103E2D}" type="sibTrans" cxnId="{F75F8D2A-DD29-4100-B5C5-6BFCF3B38CBD}">
      <dgm:prSet/>
      <dgm:spPr/>
    </dgm:pt>
    <dgm:pt modelId="{DF2DCE73-60CF-4494-B212-75F5E0A40ECF}">
      <dgm:prSet phldrT="[テキスト]" phldr="0"/>
      <dgm:spPr/>
      <dgm:t>
        <a:bodyPr/>
        <a:lstStyle/>
        <a:p>
          <a:r>
            <a:rPr kumimoji="1" lang="ja-JP" altLang="en-US" dirty="0">
              <a:latin typeface="Calibri Light" panose="020F0302020204030204"/>
            </a:rPr>
            <a:t>中日病院前</a:t>
          </a:r>
          <a:endParaRPr kumimoji="1" lang="ja-JP" altLang="en-US" dirty="0"/>
        </a:p>
      </dgm:t>
    </dgm:pt>
    <dgm:pt modelId="{E8616D20-C45D-42AA-83EC-F84EAFABCA21}" type="parTrans" cxnId="{04D3C67B-12A8-413B-9477-AFE88CB27479}">
      <dgm:prSet/>
      <dgm:spPr/>
    </dgm:pt>
    <dgm:pt modelId="{EB0DF9DB-47E9-4787-AADC-D365528E73FB}" type="sibTrans" cxnId="{04D3C67B-12A8-413B-9477-AFE88CB27479}">
      <dgm:prSet/>
      <dgm:spPr/>
    </dgm:pt>
    <dgm:pt modelId="{02EB04C5-C356-4872-9F08-5F5F6A5C50DC}">
      <dgm:prSet phldr="0"/>
      <dgm:spPr/>
      <dgm:t>
        <a:bodyPr/>
        <a:lstStyle/>
        <a:p>
          <a:r>
            <a:rPr kumimoji="1" lang="ja-JP" altLang="en-US" dirty="0">
              <a:latin typeface="Calibri Light" panose="020F0302020204030204"/>
            </a:rPr>
            <a:t>名城小学校前</a:t>
          </a:r>
        </a:p>
      </dgm:t>
    </dgm:pt>
    <dgm:pt modelId="{429489A4-390E-4EB1-B068-8CB64AE9757A}" type="parTrans" cxnId="{BABDE954-47EB-44B6-A39E-73FEFE9CDA5E}">
      <dgm:prSet/>
      <dgm:spPr/>
    </dgm:pt>
    <dgm:pt modelId="{3A0AA1B6-B5F8-457B-8669-0692B11E222A}" type="sibTrans" cxnId="{BABDE954-47EB-44B6-A39E-73FEFE9CDA5E}">
      <dgm:prSet/>
      <dgm:spPr/>
    </dgm:pt>
    <dgm:pt modelId="{1219BF2D-EF7B-4F98-9045-7BE36E96A65D}">
      <dgm:prSet phldr="0"/>
      <dgm:spPr/>
      <dgm:t>
        <a:bodyPr/>
        <a:lstStyle/>
        <a:p>
          <a:r>
            <a:rPr kumimoji="1" lang="ja-JP" altLang="en-US" dirty="0">
              <a:latin typeface="Calibri Light" panose="020F0302020204030204"/>
            </a:rPr>
            <a:t>名古屋城前</a:t>
          </a:r>
        </a:p>
      </dgm:t>
    </dgm:pt>
    <dgm:pt modelId="{6D47257E-2540-4DE6-B326-A46DE55BF1D2}" type="parTrans" cxnId="{D764A705-87B4-4C04-A4A0-621FC3F8065A}">
      <dgm:prSet/>
      <dgm:spPr/>
    </dgm:pt>
    <dgm:pt modelId="{00C6B314-76AA-48D8-9A6F-6F3C6C484071}" type="sibTrans" cxnId="{D764A705-87B4-4C04-A4A0-621FC3F8065A}">
      <dgm:prSet/>
      <dgm:spPr/>
    </dgm:pt>
    <dgm:pt modelId="{6E52DDA2-A65A-4F79-9495-27064C6DD251}">
      <dgm:prSet phldr="0"/>
      <dgm:spPr/>
      <dgm:t>
        <a:bodyPr/>
        <a:lstStyle/>
        <a:p>
          <a:r>
            <a:rPr kumimoji="1" lang="ja-JP" altLang="en-US" dirty="0">
              <a:latin typeface="Calibri Light" panose="020F0302020204030204"/>
            </a:rPr>
            <a:t>名西</a:t>
          </a:r>
        </a:p>
      </dgm:t>
    </dgm:pt>
    <dgm:pt modelId="{60FD9228-6049-4889-BCBE-37166D7E0BA6}" type="parTrans" cxnId="{76FD543F-621E-4CD9-A2D8-5AA5945A1213}">
      <dgm:prSet/>
      <dgm:spPr/>
    </dgm:pt>
    <dgm:pt modelId="{CAA28922-3BE4-4B9F-979F-3F3D2D44B95C}" type="sibTrans" cxnId="{76FD543F-621E-4CD9-A2D8-5AA5945A1213}">
      <dgm:prSet/>
      <dgm:spPr/>
    </dgm:pt>
    <dgm:pt modelId="{4F2E94C9-69E2-405A-8101-9715AC6DC858}">
      <dgm:prSet phldr="0"/>
      <dgm:spPr/>
      <dgm:t>
        <a:bodyPr/>
        <a:lstStyle/>
        <a:p>
          <a:r>
            <a:rPr kumimoji="1" lang="ja-JP" altLang="en-US" dirty="0">
              <a:latin typeface="Calibri Light" panose="020F0302020204030204"/>
            </a:rPr>
            <a:t>上小田井</a:t>
          </a:r>
        </a:p>
      </dgm:t>
    </dgm:pt>
    <dgm:pt modelId="{D3765389-BED3-47D2-8FA6-BF09765CC113}" type="parTrans" cxnId="{85E87BF6-C698-4D7E-8F6F-0B15470B9D2F}">
      <dgm:prSet/>
      <dgm:spPr/>
    </dgm:pt>
    <dgm:pt modelId="{205C9114-AADE-4F12-96EC-AE55B0AD2134}" type="sibTrans" cxnId="{85E87BF6-C698-4D7E-8F6F-0B15470B9D2F}">
      <dgm:prSet/>
      <dgm:spPr/>
    </dgm:pt>
    <dgm:pt modelId="{2531699A-CBFE-41A7-BD5A-2A0CFDB9952E}">
      <dgm:prSet phldr="0"/>
      <dgm:spPr/>
      <dgm:t>
        <a:bodyPr/>
        <a:lstStyle/>
        <a:p>
          <a:pPr rtl="0"/>
          <a:r>
            <a:rPr kumimoji="1" lang="ja-JP" altLang="en-US" dirty="0">
              <a:latin typeface="Calibri Light" panose="020F0302020204030204"/>
            </a:rPr>
            <a:t>庄内緑地公園</a:t>
          </a:r>
        </a:p>
      </dgm:t>
    </dgm:pt>
    <dgm:pt modelId="{537D9162-2155-40EC-B1DE-4E0C55B9F127}" type="parTrans" cxnId="{87E1EA90-0B28-494E-A3DA-236D2A1FD90B}">
      <dgm:prSet/>
      <dgm:spPr/>
    </dgm:pt>
    <dgm:pt modelId="{B8C09882-BB59-4A28-AC0A-8A94B3983E13}" type="sibTrans" cxnId="{87E1EA90-0B28-494E-A3DA-236D2A1FD90B}">
      <dgm:prSet/>
      <dgm:spPr/>
    </dgm:pt>
    <dgm:pt modelId="{1697395E-F2D9-400C-A9BA-612C15AD5EAC}">
      <dgm:prSet phldr="0"/>
      <dgm:spPr/>
      <dgm:t>
        <a:bodyPr/>
        <a:lstStyle/>
        <a:p>
          <a:r>
            <a:rPr kumimoji="1" lang="ja-JP" altLang="en-US" dirty="0">
              <a:latin typeface="Calibri Light" panose="020F0302020204030204"/>
            </a:rPr>
            <a:t>西春</a:t>
          </a:r>
        </a:p>
      </dgm:t>
    </dgm:pt>
    <dgm:pt modelId="{097D67A0-B62F-4394-B046-EA808F77A39A}" type="parTrans" cxnId="{13BA9C88-D3DC-4D11-8919-8FD38C0FF028}">
      <dgm:prSet/>
      <dgm:spPr/>
    </dgm:pt>
    <dgm:pt modelId="{4FC2A94B-7F53-4DCA-9921-B25EFF232DC6}" type="sibTrans" cxnId="{13BA9C88-D3DC-4D11-8919-8FD38C0FF028}">
      <dgm:prSet/>
      <dgm:spPr/>
    </dgm:pt>
    <dgm:pt modelId="{F51F316B-B6A0-41CA-973F-D08461CC916B}">
      <dgm:prSet phldr="0"/>
      <dgm:spPr/>
      <dgm:t>
        <a:bodyPr/>
        <a:lstStyle/>
        <a:p>
          <a:r>
            <a:rPr kumimoji="1" lang="ja-JP" altLang="en-US" dirty="0">
              <a:latin typeface="Calibri Light" panose="020F0302020204030204"/>
            </a:rPr>
            <a:t>石橋</a:t>
          </a:r>
        </a:p>
      </dgm:t>
    </dgm:pt>
    <dgm:pt modelId="{714E514A-2F8B-45B3-A1D5-0B3773C13D31}" type="parTrans" cxnId="{68EDCE88-18ED-466B-B602-076AC8348E5E}">
      <dgm:prSet/>
      <dgm:spPr/>
    </dgm:pt>
    <dgm:pt modelId="{7396C62D-AECE-45CA-9CF2-2CE88EF22029}" type="sibTrans" cxnId="{68EDCE88-18ED-466B-B602-076AC8348E5E}">
      <dgm:prSet/>
      <dgm:spPr/>
    </dgm:pt>
    <dgm:pt modelId="{2F4F0BAB-9250-4698-BFB3-19C2F870CCB6}">
      <dgm:prSet phldr="0"/>
      <dgm:spPr/>
      <dgm:t>
        <a:bodyPr/>
        <a:lstStyle/>
        <a:p>
          <a:r>
            <a:rPr kumimoji="1" lang="ja-JP" altLang="en-US" dirty="0">
              <a:latin typeface="Calibri Light" panose="020F0302020204030204"/>
            </a:rPr>
            <a:t>多加木</a:t>
          </a:r>
        </a:p>
      </dgm:t>
    </dgm:pt>
    <dgm:pt modelId="{98D8BF87-1B7F-4583-8379-119E76B0E14A}" type="parTrans" cxnId="{BDD84302-F226-4C3F-9585-9B8CD6EECDD5}">
      <dgm:prSet/>
      <dgm:spPr/>
    </dgm:pt>
    <dgm:pt modelId="{463A0E45-A467-4E96-B3D7-E34314720DA7}" type="sibTrans" cxnId="{BDD84302-F226-4C3F-9585-9B8CD6EECDD5}">
      <dgm:prSet/>
      <dgm:spPr/>
    </dgm:pt>
    <dgm:pt modelId="{DBD56872-AB35-43A1-AE44-F9D79BF31F12}">
      <dgm:prSet phldr="0"/>
      <dgm:spPr/>
      <dgm:t>
        <a:bodyPr/>
        <a:lstStyle/>
        <a:p>
          <a:pPr rtl="0"/>
          <a:r>
            <a:rPr kumimoji="1" lang="ja-JP" dirty="0"/>
            <a:t>稲沢</a:t>
          </a:r>
          <a:endParaRPr kumimoji="1" lang="ja-JP" altLang="en-US" dirty="0">
            <a:latin typeface="Calibri Light" panose="020F0302020204030204"/>
          </a:endParaRPr>
        </a:p>
      </dgm:t>
    </dgm:pt>
    <dgm:pt modelId="{26E9CE4C-E893-4E60-B547-9842F3B9EAEE}" type="parTrans" cxnId="{6199899B-3243-46A9-8354-6AFDF96FEE27}">
      <dgm:prSet/>
      <dgm:spPr/>
    </dgm:pt>
    <dgm:pt modelId="{EAFF2C38-FE0E-4665-B78A-BF6C7BDDC98C}" type="sibTrans" cxnId="{6199899B-3243-46A9-8354-6AFDF96FEE27}">
      <dgm:prSet/>
      <dgm:spPr/>
    </dgm:pt>
    <dgm:pt modelId="{0A1BAA65-350D-42AB-8693-DBCFEFFBE727}">
      <dgm:prSet phldr="0"/>
      <dgm:spPr/>
      <dgm:t>
        <a:bodyPr/>
        <a:lstStyle/>
        <a:p>
          <a:r>
            <a:rPr kumimoji="1" lang="ja-JP" altLang="en-US" dirty="0">
              <a:latin typeface="Calibri Light" panose="020F0302020204030204"/>
            </a:rPr>
            <a:t>大江川</a:t>
          </a:r>
        </a:p>
      </dgm:t>
    </dgm:pt>
    <dgm:pt modelId="{953EE0B4-2410-4392-95FB-2380BD0BF3A7}" type="parTrans" cxnId="{D20D52BE-15D2-402E-B9D2-54845B1673C3}">
      <dgm:prSet/>
      <dgm:spPr/>
    </dgm:pt>
    <dgm:pt modelId="{CDEB04AF-4CCC-42D2-BE89-16F0812DF59C}" type="sibTrans" cxnId="{D20D52BE-15D2-402E-B9D2-54845B1673C3}">
      <dgm:prSet/>
      <dgm:spPr/>
    </dgm:pt>
    <dgm:pt modelId="{96108E62-12D8-49E5-9DC7-B7F4FBD5E671}">
      <dgm:prSet phldr="0"/>
      <dgm:spPr/>
      <dgm:t>
        <a:bodyPr/>
        <a:lstStyle/>
        <a:p>
          <a:r>
            <a:rPr kumimoji="1" lang="ja-JP" altLang="en-US" dirty="0">
              <a:solidFill>
                <a:srgbClr val="FF0000"/>
              </a:solidFill>
              <a:latin typeface="Calibri Light" panose="020F0302020204030204"/>
            </a:rPr>
            <a:t>終点</a:t>
          </a:r>
          <a:r>
            <a:rPr kumimoji="1" lang="ja-JP" altLang="en-US" dirty="0">
              <a:latin typeface="Calibri Light" panose="020F0302020204030204"/>
            </a:rPr>
            <a:t>一宮</a:t>
          </a:r>
        </a:p>
      </dgm:t>
    </dgm:pt>
    <dgm:pt modelId="{D739A61E-8C45-432C-84A6-BEE512112E8F}" type="parTrans" cxnId="{D53BC981-B051-4D3B-9106-E662F465B993}">
      <dgm:prSet/>
      <dgm:spPr/>
    </dgm:pt>
    <dgm:pt modelId="{CCA8DE0C-4F3C-42F6-922C-E7DC51A56744}" type="sibTrans" cxnId="{D53BC981-B051-4D3B-9106-E662F465B993}">
      <dgm:prSet/>
      <dgm:spPr/>
    </dgm:pt>
    <dgm:pt modelId="{ACFFD8D5-E0F5-490A-81C8-B497FFB3D574}" type="pres">
      <dgm:prSet presAssocID="{36882F53-5B46-410E-B281-D9C176F58EE0}" presName="Name0" presStyleCnt="0">
        <dgm:presLayoutVars>
          <dgm:dir/>
          <dgm:resizeHandles val="exact"/>
        </dgm:presLayoutVars>
      </dgm:prSet>
      <dgm:spPr/>
    </dgm:pt>
    <dgm:pt modelId="{FB276FF6-89D2-4E5D-8DE9-DB5AB8FA9CB4}" type="pres">
      <dgm:prSet presAssocID="{36882F53-5B46-410E-B281-D9C176F58EE0}" presName="arrow" presStyleLbl="bgShp" presStyleIdx="0" presStyleCnt="1"/>
      <dgm:spPr/>
    </dgm:pt>
    <dgm:pt modelId="{0862B882-2731-4AC3-9C3A-525673275B41}" type="pres">
      <dgm:prSet presAssocID="{36882F53-5B46-410E-B281-D9C176F58EE0}" presName="points" presStyleCnt="0"/>
      <dgm:spPr/>
    </dgm:pt>
    <dgm:pt modelId="{5BD49148-8B60-4AA2-93E1-CBF5AEEDC8CC}" type="pres">
      <dgm:prSet presAssocID="{B469A5B1-F82B-492B-94FA-24A3A9971077}" presName="compositeA" presStyleCnt="0"/>
      <dgm:spPr/>
    </dgm:pt>
    <dgm:pt modelId="{8944A6C5-2EA3-4685-B951-531C0EF53D73}" type="pres">
      <dgm:prSet presAssocID="{B469A5B1-F82B-492B-94FA-24A3A9971077}" presName="textA" presStyleLbl="revTx" presStyleIdx="0" presStyleCnt="14">
        <dgm:presLayoutVars>
          <dgm:bulletEnabled val="1"/>
        </dgm:presLayoutVars>
      </dgm:prSet>
      <dgm:spPr/>
    </dgm:pt>
    <dgm:pt modelId="{B1221131-EFB3-49C2-9659-ECBDBD9F6C80}" type="pres">
      <dgm:prSet presAssocID="{B469A5B1-F82B-492B-94FA-24A3A9971077}" presName="circleA" presStyleLbl="node1" presStyleIdx="0" presStyleCnt="14"/>
      <dgm:spPr/>
    </dgm:pt>
    <dgm:pt modelId="{CC5AE6DE-CB15-401E-94DB-29E91C075843}" type="pres">
      <dgm:prSet presAssocID="{B469A5B1-F82B-492B-94FA-24A3A9971077}" presName="spaceA" presStyleCnt="0"/>
      <dgm:spPr/>
    </dgm:pt>
    <dgm:pt modelId="{5244934D-4C13-4F4A-8561-622969DA2F80}" type="pres">
      <dgm:prSet presAssocID="{89A8E044-6DD3-4C9E-A268-794223C52D97}" presName="space" presStyleCnt="0"/>
      <dgm:spPr/>
    </dgm:pt>
    <dgm:pt modelId="{1E0D62B2-2EAD-493B-8485-A9042FAA7191}" type="pres">
      <dgm:prSet presAssocID="{6E0FC592-39BE-42E1-9D73-64EBE20CEBB1}" presName="compositeB" presStyleCnt="0"/>
      <dgm:spPr/>
    </dgm:pt>
    <dgm:pt modelId="{E51B2F1B-DD98-44AB-A08E-FE35D4EC59FD}" type="pres">
      <dgm:prSet presAssocID="{6E0FC592-39BE-42E1-9D73-64EBE20CEBB1}" presName="textB" presStyleLbl="revTx" presStyleIdx="1" presStyleCnt="14">
        <dgm:presLayoutVars>
          <dgm:bulletEnabled val="1"/>
        </dgm:presLayoutVars>
      </dgm:prSet>
      <dgm:spPr/>
    </dgm:pt>
    <dgm:pt modelId="{A5254795-D619-4497-9A8D-EC7EB5D0FA3A}" type="pres">
      <dgm:prSet presAssocID="{6E0FC592-39BE-42E1-9D73-64EBE20CEBB1}" presName="circleB" presStyleLbl="node1" presStyleIdx="1" presStyleCnt="14"/>
      <dgm:spPr/>
    </dgm:pt>
    <dgm:pt modelId="{7F637207-03CF-4CFC-A0BE-80488AAC4F61}" type="pres">
      <dgm:prSet presAssocID="{6E0FC592-39BE-42E1-9D73-64EBE20CEBB1}" presName="spaceB" presStyleCnt="0"/>
      <dgm:spPr/>
    </dgm:pt>
    <dgm:pt modelId="{EC4D7447-677F-4EFD-9B9E-D0E9A392F693}" type="pres">
      <dgm:prSet presAssocID="{1FF919CA-3447-4ADE-AD85-C1BEBE103E2D}" presName="space" presStyleCnt="0"/>
      <dgm:spPr/>
    </dgm:pt>
    <dgm:pt modelId="{9566A1D3-7F13-433B-B089-E15D64D9BEBF}" type="pres">
      <dgm:prSet presAssocID="{DF2DCE73-60CF-4494-B212-75F5E0A40ECF}" presName="compositeA" presStyleCnt="0"/>
      <dgm:spPr/>
    </dgm:pt>
    <dgm:pt modelId="{D1CDB62E-6AA5-4ECF-A794-FB7DC3ABA9AC}" type="pres">
      <dgm:prSet presAssocID="{DF2DCE73-60CF-4494-B212-75F5E0A40ECF}" presName="textA" presStyleLbl="revTx" presStyleIdx="2" presStyleCnt="14">
        <dgm:presLayoutVars>
          <dgm:bulletEnabled val="1"/>
        </dgm:presLayoutVars>
      </dgm:prSet>
      <dgm:spPr/>
    </dgm:pt>
    <dgm:pt modelId="{5D4C9280-A0F7-4CC8-AA2B-BA9F7E696FC1}" type="pres">
      <dgm:prSet presAssocID="{DF2DCE73-60CF-4494-B212-75F5E0A40ECF}" presName="circleA" presStyleLbl="node1" presStyleIdx="2" presStyleCnt="14"/>
      <dgm:spPr/>
    </dgm:pt>
    <dgm:pt modelId="{A180E950-3E2F-4578-9207-C0D04F0DDCB7}" type="pres">
      <dgm:prSet presAssocID="{DF2DCE73-60CF-4494-B212-75F5E0A40ECF}" presName="spaceA" presStyleCnt="0"/>
      <dgm:spPr/>
    </dgm:pt>
    <dgm:pt modelId="{F4ABB3A8-A456-4746-81AA-51FE03736239}" type="pres">
      <dgm:prSet presAssocID="{EB0DF9DB-47E9-4787-AADC-D365528E73FB}" presName="space" presStyleCnt="0"/>
      <dgm:spPr/>
    </dgm:pt>
    <dgm:pt modelId="{823AA07A-C96D-4C23-943C-11C8F135830D}" type="pres">
      <dgm:prSet presAssocID="{02EB04C5-C356-4872-9F08-5F5F6A5C50DC}" presName="compositeB" presStyleCnt="0"/>
      <dgm:spPr/>
    </dgm:pt>
    <dgm:pt modelId="{4F4A110C-7747-4955-84CA-9CC349161AC2}" type="pres">
      <dgm:prSet presAssocID="{02EB04C5-C356-4872-9F08-5F5F6A5C50DC}" presName="textB" presStyleLbl="revTx" presStyleIdx="3" presStyleCnt="14">
        <dgm:presLayoutVars>
          <dgm:bulletEnabled val="1"/>
        </dgm:presLayoutVars>
      </dgm:prSet>
      <dgm:spPr/>
    </dgm:pt>
    <dgm:pt modelId="{228056F0-2876-4FCB-86C0-4F856117D570}" type="pres">
      <dgm:prSet presAssocID="{02EB04C5-C356-4872-9F08-5F5F6A5C50DC}" presName="circleB" presStyleLbl="node1" presStyleIdx="3" presStyleCnt="14"/>
      <dgm:spPr/>
    </dgm:pt>
    <dgm:pt modelId="{574A1F94-7843-4D33-9AA4-20EEC4EF6ED6}" type="pres">
      <dgm:prSet presAssocID="{02EB04C5-C356-4872-9F08-5F5F6A5C50DC}" presName="spaceB" presStyleCnt="0"/>
      <dgm:spPr/>
    </dgm:pt>
    <dgm:pt modelId="{F63DAA78-3479-4511-949C-219183FA961C}" type="pres">
      <dgm:prSet presAssocID="{3A0AA1B6-B5F8-457B-8669-0692B11E222A}" presName="space" presStyleCnt="0"/>
      <dgm:spPr/>
    </dgm:pt>
    <dgm:pt modelId="{41211283-DBE6-4998-8BBB-600C10D51C7C}" type="pres">
      <dgm:prSet presAssocID="{1219BF2D-EF7B-4F98-9045-7BE36E96A65D}" presName="compositeA" presStyleCnt="0"/>
      <dgm:spPr/>
    </dgm:pt>
    <dgm:pt modelId="{44EA16B0-1979-4983-9074-D4A26ACE2AC7}" type="pres">
      <dgm:prSet presAssocID="{1219BF2D-EF7B-4F98-9045-7BE36E96A65D}" presName="textA" presStyleLbl="revTx" presStyleIdx="4" presStyleCnt="14">
        <dgm:presLayoutVars>
          <dgm:bulletEnabled val="1"/>
        </dgm:presLayoutVars>
      </dgm:prSet>
      <dgm:spPr/>
    </dgm:pt>
    <dgm:pt modelId="{2136133D-2AAE-417C-8638-AD9DD2A84B85}" type="pres">
      <dgm:prSet presAssocID="{1219BF2D-EF7B-4F98-9045-7BE36E96A65D}" presName="circleA" presStyleLbl="node1" presStyleIdx="4" presStyleCnt="14"/>
      <dgm:spPr/>
    </dgm:pt>
    <dgm:pt modelId="{0F40E09E-0576-48A9-AC15-D19F146178C1}" type="pres">
      <dgm:prSet presAssocID="{1219BF2D-EF7B-4F98-9045-7BE36E96A65D}" presName="spaceA" presStyleCnt="0"/>
      <dgm:spPr/>
    </dgm:pt>
    <dgm:pt modelId="{7D2FF725-9BE4-4527-B1AD-868A97994B2E}" type="pres">
      <dgm:prSet presAssocID="{00C6B314-76AA-48D8-9A6F-6F3C6C484071}" presName="space" presStyleCnt="0"/>
      <dgm:spPr/>
    </dgm:pt>
    <dgm:pt modelId="{B12F878F-8AD4-4A69-9DAD-150CA597ECE8}" type="pres">
      <dgm:prSet presAssocID="{6E52DDA2-A65A-4F79-9495-27064C6DD251}" presName="compositeB" presStyleCnt="0"/>
      <dgm:spPr/>
    </dgm:pt>
    <dgm:pt modelId="{F18E6B9D-4921-431A-A532-1F31B212596D}" type="pres">
      <dgm:prSet presAssocID="{6E52DDA2-A65A-4F79-9495-27064C6DD251}" presName="textB" presStyleLbl="revTx" presStyleIdx="5" presStyleCnt="14">
        <dgm:presLayoutVars>
          <dgm:bulletEnabled val="1"/>
        </dgm:presLayoutVars>
      </dgm:prSet>
      <dgm:spPr/>
    </dgm:pt>
    <dgm:pt modelId="{A07B39AF-CFDD-48F6-99B5-5AB2CF4E6629}" type="pres">
      <dgm:prSet presAssocID="{6E52DDA2-A65A-4F79-9495-27064C6DD251}" presName="circleB" presStyleLbl="node1" presStyleIdx="5" presStyleCnt="14"/>
      <dgm:spPr/>
    </dgm:pt>
    <dgm:pt modelId="{C5718536-E153-4DF3-8D53-0A16C60EF37B}" type="pres">
      <dgm:prSet presAssocID="{6E52DDA2-A65A-4F79-9495-27064C6DD251}" presName="spaceB" presStyleCnt="0"/>
      <dgm:spPr/>
    </dgm:pt>
    <dgm:pt modelId="{5804F61B-B240-4B99-9A47-FD8419793D1A}" type="pres">
      <dgm:prSet presAssocID="{CAA28922-3BE4-4B9F-979F-3F3D2D44B95C}" presName="space" presStyleCnt="0"/>
      <dgm:spPr/>
    </dgm:pt>
    <dgm:pt modelId="{BCE46E56-271F-4702-8349-1006768E8E9F}" type="pres">
      <dgm:prSet presAssocID="{2531699A-CBFE-41A7-BD5A-2A0CFDB9952E}" presName="compositeA" presStyleCnt="0"/>
      <dgm:spPr/>
    </dgm:pt>
    <dgm:pt modelId="{95B3E740-B67A-4A73-A97A-B34B3FC18B6A}" type="pres">
      <dgm:prSet presAssocID="{2531699A-CBFE-41A7-BD5A-2A0CFDB9952E}" presName="textA" presStyleLbl="revTx" presStyleIdx="6" presStyleCnt="14">
        <dgm:presLayoutVars>
          <dgm:bulletEnabled val="1"/>
        </dgm:presLayoutVars>
      </dgm:prSet>
      <dgm:spPr/>
    </dgm:pt>
    <dgm:pt modelId="{69744F8A-733A-4F48-969E-7B1AD216846A}" type="pres">
      <dgm:prSet presAssocID="{2531699A-CBFE-41A7-BD5A-2A0CFDB9952E}" presName="circleA" presStyleLbl="node1" presStyleIdx="6" presStyleCnt="14"/>
      <dgm:spPr/>
    </dgm:pt>
    <dgm:pt modelId="{9625037E-CD41-44D3-8EBB-F613D0682557}" type="pres">
      <dgm:prSet presAssocID="{2531699A-CBFE-41A7-BD5A-2A0CFDB9952E}" presName="spaceA" presStyleCnt="0"/>
      <dgm:spPr/>
    </dgm:pt>
    <dgm:pt modelId="{6EE28554-7732-41E0-94A6-514D37FC48C0}" type="pres">
      <dgm:prSet presAssocID="{B8C09882-BB59-4A28-AC0A-8A94B3983E13}" presName="space" presStyleCnt="0"/>
      <dgm:spPr/>
    </dgm:pt>
    <dgm:pt modelId="{B4DBEF41-3994-442C-8DF3-A450892182B2}" type="pres">
      <dgm:prSet presAssocID="{4F2E94C9-69E2-405A-8101-9715AC6DC858}" presName="compositeB" presStyleCnt="0"/>
      <dgm:spPr/>
    </dgm:pt>
    <dgm:pt modelId="{5B7AFDC1-3FF6-4879-B36E-3089D89937B7}" type="pres">
      <dgm:prSet presAssocID="{4F2E94C9-69E2-405A-8101-9715AC6DC858}" presName="textB" presStyleLbl="revTx" presStyleIdx="7" presStyleCnt="14">
        <dgm:presLayoutVars>
          <dgm:bulletEnabled val="1"/>
        </dgm:presLayoutVars>
      </dgm:prSet>
      <dgm:spPr/>
    </dgm:pt>
    <dgm:pt modelId="{1B658DF9-F472-4071-8B4E-2F9AD01886D2}" type="pres">
      <dgm:prSet presAssocID="{4F2E94C9-69E2-405A-8101-9715AC6DC858}" presName="circleB" presStyleLbl="node1" presStyleIdx="7" presStyleCnt="14"/>
      <dgm:spPr/>
    </dgm:pt>
    <dgm:pt modelId="{8A5FA737-96D4-48E9-A6D1-B485C1AC9ED9}" type="pres">
      <dgm:prSet presAssocID="{4F2E94C9-69E2-405A-8101-9715AC6DC858}" presName="spaceB" presStyleCnt="0"/>
      <dgm:spPr/>
    </dgm:pt>
    <dgm:pt modelId="{8558C2C8-0518-4C7A-8E9C-289D7C931214}" type="pres">
      <dgm:prSet presAssocID="{205C9114-AADE-4F12-96EC-AE55B0AD2134}" presName="space" presStyleCnt="0"/>
      <dgm:spPr/>
    </dgm:pt>
    <dgm:pt modelId="{DC26BCD0-3AF6-4384-8C62-00CEB7CD8652}" type="pres">
      <dgm:prSet presAssocID="{1697395E-F2D9-400C-A9BA-612C15AD5EAC}" presName="compositeA" presStyleCnt="0"/>
      <dgm:spPr/>
    </dgm:pt>
    <dgm:pt modelId="{2F42F162-516E-48F7-BD35-C850A9B8EF4C}" type="pres">
      <dgm:prSet presAssocID="{1697395E-F2D9-400C-A9BA-612C15AD5EAC}" presName="textA" presStyleLbl="revTx" presStyleIdx="8" presStyleCnt="14">
        <dgm:presLayoutVars>
          <dgm:bulletEnabled val="1"/>
        </dgm:presLayoutVars>
      </dgm:prSet>
      <dgm:spPr/>
    </dgm:pt>
    <dgm:pt modelId="{8BF798E4-19A5-47A5-AC2D-81ECC6BF257C}" type="pres">
      <dgm:prSet presAssocID="{1697395E-F2D9-400C-A9BA-612C15AD5EAC}" presName="circleA" presStyleLbl="node1" presStyleIdx="8" presStyleCnt="14"/>
      <dgm:spPr/>
    </dgm:pt>
    <dgm:pt modelId="{9FCAC4A7-D53E-46AA-9F4B-09B03ACF9C89}" type="pres">
      <dgm:prSet presAssocID="{1697395E-F2D9-400C-A9BA-612C15AD5EAC}" presName="spaceA" presStyleCnt="0"/>
      <dgm:spPr/>
    </dgm:pt>
    <dgm:pt modelId="{5C851598-F773-4E06-922F-908DDD8B7055}" type="pres">
      <dgm:prSet presAssocID="{4FC2A94B-7F53-4DCA-9921-B25EFF232DC6}" presName="space" presStyleCnt="0"/>
      <dgm:spPr/>
    </dgm:pt>
    <dgm:pt modelId="{E19E1428-112D-40A1-8A6C-96F4C5BDE4B1}" type="pres">
      <dgm:prSet presAssocID="{F51F316B-B6A0-41CA-973F-D08461CC916B}" presName="compositeB" presStyleCnt="0"/>
      <dgm:spPr/>
    </dgm:pt>
    <dgm:pt modelId="{6FC8609F-17DF-4B93-B517-5A5ABCF3C729}" type="pres">
      <dgm:prSet presAssocID="{F51F316B-B6A0-41CA-973F-D08461CC916B}" presName="textB" presStyleLbl="revTx" presStyleIdx="9" presStyleCnt="14">
        <dgm:presLayoutVars>
          <dgm:bulletEnabled val="1"/>
        </dgm:presLayoutVars>
      </dgm:prSet>
      <dgm:spPr/>
    </dgm:pt>
    <dgm:pt modelId="{223306D6-4D58-42E0-AFC6-87DCE5EF1529}" type="pres">
      <dgm:prSet presAssocID="{F51F316B-B6A0-41CA-973F-D08461CC916B}" presName="circleB" presStyleLbl="node1" presStyleIdx="9" presStyleCnt="14"/>
      <dgm:spPr/>
    </dgm:pt>
    <dgm:pt modelId="{22A93BB3-EDAF-4067-991D-FDB23177B633}" type="pres">
      <dgm:prSet presAssocID="{F51F316B-B6A0-41CA-973F-D08461CC916B}" presName="spaceB" presStyleCnt="0"/>
      <dgm:spPr/>
    </dgm:pt>
    <dgm:pt modelId="{BFEEFBE1-1E84-4A54-B93D-9B2FCB4E4553}" type="pres">
      <dgm:prSet presAssocID="{7396C62D-AECE-45CA-9CF2-2CE88EF22029}" presName="space" presStyleCnt="0"/>
      <dgm:spPr/>
    </dgm:pt>
    <dgm:pt modelId="{74D2DBD3-1566-44AC-9118-184A1900B114}" type="pres">
      <dgm:prSet presAssocID="{DBD56872-AB35-43A1-AE44-F9D79BF31F12}" presName="compositeA" presStyleCnt="0"/>
      <dgm:spPr/>
    </dgm:pt>
    <dgm:pt modelId="{70CFFA8B-46FB-416E-9048-7753234CA4DB}" type="pres">
      <dgm:prSet presAssocID="{DBD56872-AB35-43A1-AE44-F9D79BF31F12}" presName="textA" presStyleLbl="revTx" presStyleIdx="10" presStyleCnt="14">
        <dgm:presLayoutVars>
          <dgm:bulletEnabled val="1"/>
        </dgm:presLayoutVars>
      </dgm:prSet>
      <dgm:spPr/>
    </dgm:pt>
    <dgm:pt modelId="{CB788FF2-253B-4624-8D03-FBA98AED4F00}" type="pres">
      <dgm:prSet presAssocID="{DBD56872-AB35-43A1-AE44-F9D79BF31F12}" presName="circleA" presStyleLbl="node1" presStyleIdx="10" presStyleCnt="14"/>
      <dgm:spPr/>
    </dgm:pt>
    <dgm:pt modelId="{7903F915-72C2-4379-9D05-C95540FFE784}" type="pres">
      <dgm:prSet presAssocID="{DBD56872-AB35-43A1-AE44-F9D79BF31F12}" presName="spaceA" presStyleCnt="0"/>
      <dgm:spPr/>
    </dgm:pt>
    <dgm:pt modelId="{8BAAE255-51FE-4C8B-B211-31599EA96B27}" type="pres">
      <dgm:prSet presAssocID="{EAFF2C38-FE0E-4665-B78A-BF6C7BDDC98C}" presName="space" presStyleCnt="0"/>
      <dgm:spPr/>
    </dgm:pt>
    <dgm:pt modelId="{8E872B2F-0407-4546-978B-C59F3ABA621B}" type="pres">
      <dgm:prSet presAssocID="{2F4F0BAB-9250-4698-BFB3-19C2F870CCB6}" presName="compositeB" presStyleCnt="0"/>
      <dgm:spPr/>
    </dgm:pt>
    <dgm:pt modelId="{1DDB35A9-85BB-42DC-8085-F69D9B133684}" type="pres">
      <dgm:prSet presAssocID="{2F4F0BAB-9250-4698-BFB3-19C2F870CCB6}" presName="textB" presStyleLbl="revTx" presStyleIdx="11" presStyleCnt="14">
        <dgm:presLayoutVars>
          <dgm:bulletEnabled val="1"/>
        </dgm:presLayoutVars>
      </dgm:prSet>
      <dgm:spPr/>
    </dgm:pt>
    <dgm:pt modelId="{3EBFA38B-37A6-499E-92FE-C3B46D031B37}" type="pres">
      <dgm:prSet presAssocID="{2F4F0BAB-9250-4698-BFB3-19C2F870CCB6}" presName="circleB" presStyleLbl="node1" presStyleIdx="11" presStyleCnt="14"/>
      <dgm:spPr/>
    </dgm:pt>
    <dgm:pt modelId="{273C4656-E3A3-4A1F-B82D-6AC06B3D8607}" type="pres">
      <dgm:prSet presAssocID="{2F4F0BAB-9250-4698-BFB3-19C2F870CCB6}" presName="spaceB" presStyleCnt="0"/>
      <dgm:spPr/>
    </dgm:pt>
    <dgm:pt modelId="{565E92ED-697F-4FA7-9310-87015DB459C6}" type="pres">
      <dgm:prSet presAssocID="{463A0E45-A467-4E96-B3D7-E34314720DA7}" presName="space" presStyleCnt="0"/>
      <dgm:spPr/>
    </dgm:pt>
    <dgm:pt modelId="{11997A5B-F2E7-4086-8D68-B8EB1ACB23FA}" type="pres">
      <dgm:prSet presAssocID="{0A1BAA65-350D-42AB-8693-DBCFEFFBE727}" presName="compositeA" presStyleCnt="0"/>
      <dgm:spPr/>
    </dgm:pt>
    <dgm:pt modelId="{24AC4DE4-607D-4174-AD8D-495EF6CC0ED3}" type="pres">
      <dgm:prSet presAssocID="{0A1BAA65-350D-42AB-8693-DBCFEFFBE727}" presName="textA" presStyleLbl="revTx" presStyleIdx="12" presStyleCnt="14">
        <dgm:presLayoutVars>
          <dgm:bulletEnabled val="1"/>
        </dgm:presLayoutVars>
      </dgm:prSet>
      <dgm:spPr/>
    </dgm:pt>
    <dgm:pt modelId="{ADB74BA8-6A66-4AB4-A1F2-9411557F2CF0}" type="pres">
      <dgm:prSet presAssocID="{0A1BAA65-350D-42AB-8693-DBCFEFFBE727}" presName="circleA" presStyleLbl="node1" presStyleIdx="12" presStyleCnt="14"/>
      <dgm:spPr/>
    </dgm:pt>
    <dgm:pt modelId="{ABE73EFE-51B4-45F2-A941-C31683C02160}" type="pres">
      <dgm:prSet presAssocID="{0A1BAA65-350D-42AB-8693-DBCFEFFBE727}" presName="spaceA" presStyleCnt="0"/>
      <dgm:spPr/>
    </dgm:pt>
    <dgm:pt modelId="{EFEF9240-5473-403C-A21A-D26B8A554B4A}" type="pres">
      <dgm:prSet presAssocID="{CDEB04AF-4CCC-42D2-BE89-16F0812DF59C}" presName="space" presStyleCnt="0"/>
      <dgm:spPr/>
    </dgm:pt>
    <dgm:pt modelId="{3E3E97E3-F737-4490-BF54-F7DA238C6446}" type="pres">
      <dgm:prSet presAssocID="{96108E62-12D8-49E5-9DC7-B7F4FBD5E671}" presName="compositeB" presStyleCnt="0"/>
      <dgm:spPr/>
    </dgm:pt>
    <dgm:pt modelId="{7520D75A-09DD-46B3-A8ED-BC4A8934A6EA}" type="pres">
      <dgm:prSet presAssocID="{96108E62-12D8-49E5-9DC7-B7F4FBD5E671}" presName="textB" presStyleLbl="revTx" presStyleIdx="13" presStyleCnt="14">
        <dgm:presLayoutVars>
          <dgm:bulletEnabled val="1"/>
        </dgm:presLayoutVars>
      </dgm:prSet>
      <dgm:spPr/>
    </dgm:pt>
    <dgm:pt modelId="{E75F3C0A-EB8E-4B3A-B675-B54FFE835D9E}" type="pres">
      <dgm:prSet presAssocID="{96108E62-12D8-49E5-9DC7-B7F4FBD5E671}" presName="circleB" presStyleLbl="node1" presStyleIdx="13" presStyleCnt="14"/>
      <dgm:spPr/>
    </dgm:pt>
    <dgm:pt modelId="{B2BB19D2-0BF8-4CF2-A1AC-07BB28D129B7}" type="pres">
      <dgm:prSet presAssocID="{96108E62-12D8-49E5-9DC7-B7F4FBD5E671}" presName="spaceB" presStyleCnt="0"/>
      <dgm:spPr/>
    </dgm:pt>
  </dgm:ptLst>
  <dgm:cxnLst>
    <dgm:cxn modelId="{BDD84302-F226-4C3F-9585-9B8CD6EECDD5}" srcId="{36882F53-5B46-410E-B281-D9C176F58EE0}" destId="{2F4F0BAB-9250-4698-BFB3-19C2F870CCB6}" srcOrd="11" destOrd="0" parTransId="{98D8BF87-1B7F-4583-8379-119E76B0E14A}" sibTransId="{463A0E45-A467-4E96-B3D7-E34314720DA7}"/>
    <dgm:cxn modelId="{D764A705-87B4-4C04-A4A0-621FC3F8065A}" srcId="{36882F53-5B46-410E-B281-D9C176F58EE0}" destId="{1219BF2D-EF7B-4F98-9045-7BE36E96A65D}" srcOrd="4" destOrd="0" parTransId="{6D47257E-2540-4DE6-B326-A46DE55BF1D2}" sibTransId="{00C6B314-76AA-48D8-9A6F-6F3C6C484071}"/>
    <dgm:cxn modelId="{FAC20F06-4A62-4B40-A260-64228DAA03E0}" type="presOf" srcId="{02EB04C5-C356-4872-9F08-5F5F6A5C50DC}" destId="{4F4A110C-7747-4955-84CA-9CC349161AC2}" srcOrd="0" destOrd="0" presId="urn:microsoft.com/office/officeart/2005/8/layout/hProcess11"/>
    <dgm:cxn modelId="{41AFAC1E-89E5-4112-BD72-7E1772790407}" type="presOf" srcId="{6E52DDA2-A65A-4F79-9495-27064C6DD251}" destId="{F18E6B9D-4921-431A-A532-1F31B212596D}" srcOrd="0" destOrd="0" presId="urn:microsoft.com/office/officeart/2005/8/layout/hProcess11"/>
    <dgm:cxn modelId="{CD428722-46CC-4BC1-8DAB-34BCACC6DD51}" type="presOf" srcId="{1697395E-F2D9-400C-A9BA-612C15AD5EAC}" destId="{2F42F162-516E-48F7-BD35-C850A9B8EF4C}" srcOrd="0" destOrd="0" presId="urn:microsoft.com/office/officeart/2005/8/layout/hProcess11"/>
    <dgm:cxn modelId="{9CA44428-D39C-41A5-9FAB-5BC1891F49A8}" type="presOf" srcId="{2F4F0BAB-9250-4698-BFB3-19C2F870CCB6}" destId="{1DDB35A9-85BB-42DC-8085-F69D9B133684}" srcOrd="0" destOrd="0" presId="urn:microsoft.com/office/officeart/2005/8/layout/hProcess11"/>
    <dgm:cxn modelId="{F75F8D2A-DD29-4100-B5C5-6BFCF3B38CBD}" srcId="{36882F53-5B46-410E-B281-D9C176F58EE0}" destId="{6E0FC592-39BE-42E1-9D73-64EBE20CEBB1}" srcOrd="1" destOrd="0" parTransId="{477C96CD-2FC7-4A7C-9CC0-CF37EC6AFDEA}" sibTransId="{1FF919CA-3447-4ADE-AD85-C1BEBE103E2D}"/>
    <dgm:cxn modelId="{05C49C2F-5C27-4FC9-95FC-E196268DD7AB}" type="presOf" srcId="{DF2DCE73-60CF-4494-B212-75F5E0A40ECF}" destId="{D1CDB62E-6AA5-4ECF-A794-FB7DC3ABA9AC}" srcOrd="0" destOrd="0" presId="urn:microsoft.com/office/officeart/2005/8/layout/hProcess11"/>
    <dgm:cxn modelId="{60769536-3B92-4A8B-B614-4C2B70C996D7}" type="presOf" srcId="{1219BF2D-EF7B-4F98-9045-7BE36E96A65D}" destId="{44EA16B0-1979-4983-9074-D4A26ACE2AC7}" srcOrd="0" destOrd="0" presId="urn:microsoft.com/office/officeart/2005/8/layout/hProcess11"/>
    <dgm:cxn modelId="{76FD543F-621E-4CD9-A2D8-5AA5945A1213}" srcId="{36882F53-5B46-410E-B281-D9C176F58EE0}" destId="{6E52DDA2-A65A-4F79-9495-27064C6DD251}" srcOrd="5" destOrd="0" parTransId="{60FD9228-6049-4889-BCBE-37166D7E0BA6}" sibTransId="{CAA28922-3BE4-4B9F-979F-3F3D2D44B95C}"/>
    <dgm:cxn modelId="{F455D863-C718-4316-8A43-F782F4DBDCCF}" type="presOf" srcId="{6E0FC592-39BE-42E1-9D73-64EBE20CEBB1}" destId="{E51B2F1B-DD98-44AB-A08E-FE35D4EC59FD}" srcOrd="0" destOrd="0" presId="urn:microsoft.com/office/officeart/2005/8/layout/hProcess11"/>
    <dgm:cxn modelId="{BABDE954-47EB-44B6-A39E-73FEFE9CDA5E}" srcId="{36882F53-5B46-410E-B281-D9C176F58EE0}" destId="{02EB04C5-C356-4872-9F08-5F5F6A5C50DC}" srcOrd="3" destOrd="0" parTransId="{429489A4-390E-4EB1-B068-8CB64AE9757A}" sibTransId="{3A0AA1B6-B5F8-457B-8669-0692B11E222A}"/>
    <dgm:cxn modelId="{FDD6825A-1D02-4A8F-BCE0-5902073A955E}" type="presOf" srcId="{F51F316B-B6A0-41CA-973F-D08461CC916B}" destId="{6FC8609F-17DF-4B93-B517-5A5ABCF3C729}" srcOrd="0" destOrd="0" presId="urn:microsoft.com/office/officeart/2005/8/layout/hProcess11"/>
    <dgm:cxn modelId="{04D3C67B-12A8-413B-9477-AFE88CB27479}" srcId="{36882F53-5B46-410E-B281-D9C176F58EE0}" destId="{DF2DCE73-60CF-4494-B212-75F5E0A40ECF}" srcOrd="2" destOrd="0" parTransId="{E8616D20-C45D-42AA-83EC-F84EAFABCA21}" sibTransId="{EB0DF9DB-47E9-4787-AADC-D365528E73FB}"/>
    <dgm:cxn modelId="{D53BC981-B051-4D3B-9106-E662F465B993}" srcId="{36882F53-5B46-410E-B281-D9C176F58EE0}" destId="{96108E62-12D8-49E5-9DC7-B7F4FBD5E671}" srcOrd="13" destOrd="0" parTransId="{D739A61E-8C45-432C-84A6-BEE512112E8F}" sibTransId="{CCA8DE0C-4F3C-42F6-922C-E7DC51A56744}"/>
    <dgm:cxn modelId="{13BA9C88-D3DC-4D11-8919-8FD38C0FF028}" srcId="{36882F53-5B46-410E-B281-D9C176F58EE0}" destId="{1697395E-F2D9-400C-A9BA-612C15AD5EAC}" srcOrd="8" destOrd="0" parTransId="{097D67A0-B62F-4394-B046-EA808F77A39A}" sibTransId="{4FC2A94B-7F53-4DCA-9921-B25EFF232DC6}"/>
    <dgm:cxn modelId="{68EDCE88-18ED-466B-B602-076AC8348E5E}" srcId="{36882F53-5B46-410E-B281-D9C176F58EE0}" destId="{F51F316B-B6A0-41CA-973F-D08461CC916B}" srcOrd="9" destOrd="0" parTransId="{714E514A-2F8B-45B3-A1D5-0B3773C13D31}" sibTransId="{7396C62D-AECE-45CA-9CF2-2CE88EF22029}"/>
    <dgm:cxn modelId="{02481A90-0E42-4DD2-8D3E-CBF0101C0631}" type="presOf" srcId="{36882F53-5B46-410E-B281-D9C176F58EE0}" destId="{ACFFD8D5-E0F5-490A-81C8-B497FFB3D574}" srcOrd="0" destOrd="0" presId="urn:microsoft.com/office/officeart/2005/8/layout/hProcess11"/>
    <dgm:cxn modelId="{87E1EA90-0B28-494E-A3DA-236D2A1FD90B}" srcId="{36882F53-5B46-410E-B281-D9C176F58EE0}" destId="{2531699A-CBFE-41A7-BD5A-2A0CFDB9952E}" srcOrd="6" destOrd="0" parTransId="{537D9162-2155-40EC-B1DE-4E0C55B9F127}" sibTransId="{B8C09882-BB59-4A28-AC0A-8A94B3983E13}"/>
    <dgm:cxn modelId="{6199899B-3243-46A9-8354-6AFDF96FEE27}" srcId="{36882F53-5B46-410E-B281-D9C176F58EE0}" destId="{DBD56872-AB35-43A1-AE44-F9D79BF31F12}" srcOrd="10" destOrd="0" parTransId="{26E9CE4C-E893-4E60-B547-9842F3B9EAEE}" sibTransId="{EAFF2C38-FE0E-4665-B78A-BF6C7BDDC98C}"/>
    <dgm:cxn modelId="{250F2EA9-4B53-4BA6-AAF8-037388866A0F}" type="presOf" srcId="{DBD56872-AB35-43A1-AE44-F9D79BF31F12}" destId="{70CFFA8B-46FB-416E-9048-7753234CA4DB}" srcOrd="0" destOrd="0" presId="urn:microsoft.com/office/officeart/2005/8/layout/hProcess11"/>
    <dgm:cxn modelId="{854100AF-1C5B-4F0E-A8C6-0765CB166AE5}" type="presOf" srcId="{4F2E94C9-69E2-405A-8101-9715AC6DC858}" destId="{5B7AFDC1-3FF6-4879-B36E-3089D89937B7}" srcOrd="0" destOrd="0" presId="urn:microsoft.com/office/officeart/2005/8/layout/hProcess11"/>
    <dgm:cxn modelId="{D20D52BE-15D2-402E-B9D2-54845B1673C3}" srcId="{36882F53-5B46-410E-B281-D9C176F58EE0}" destId="{0A1BAA65-350D-42AB-8693-DBCFEFFBE727}" srcOrd="12" destOrd="0" parTransId="{953EE0B4-2410-4392-95FB-2380BD0BF3A7}" sibTransId="{CDEB04AF-4CCC-42D2-BE89-16F0812DF59C}"/>
    <dgm:cxn modelId="{78BEB7C3-A2B4-4F61-9EEE-AD206D2AF0EB}" type="presOf" srcId="{0A1BAA65-350D-42AB-8693-DBCFEFFBE727}" destId="{24AC4DE4-607D-4174-AD8D-495EF6CC0ED3}" srcOrd="0" destOrd="0" presId="urn:microsoft.com/office/officeart/2005/8/layout/hProcess11"/>
    <dgm:cxn modelId="{81F8B6CB-C136-4138-9ED8-FC1FA0937501}" type="presOf" srcId="{96108E62-12D8-49E5-9DC7-B7F4FBD5E671}" destId="{7520D75A-09DD-46B3-A8ED-BC4A8934A6EA}" srcOrd="0" destOrd="0" presId="urn:microsoft.com/office/officeart/2005/8/layout/hProcess11"/>
    <dgm:cxn modelId="{318120D6-F7FA-4131-BCFC-48F4EEFE1586}" type="presOf" srcId="{2531699A-CBFE-41A7-BD5A-2A0CFDB9952E}" destId="{95B3E740-B67A-4A73-A97A-B34B3FC18B6A}" srcOrd="0" destOrd="0" presId="urn:microsoft.com/office/officeart/2005/8/layout/hProcess11"/>
    <dgm:cxn modelId="{0237C6D9-1BDC-4197-90D7-2AA84E176041}" srcId="{36882F53-5B46-410E-B281-D9C176F58EE0}" destId="{B469A5B1-F82B-492B-94FA-24A3A9971077}" srcOrd="0" destOrd="0" parTransId="{F1D94EC9-2E19-4B1F-AEB2-C772A2390A2D}" sibTransId="{89A8E044-6DD3-4C9E-A268-794223C52D97}"/>
    <dgm:cxn modelId="{81DAC5F0-2EC4-4E3F-9C45-CA5358E2BFB0}" type="presOf" srcId="{B469A5B1-F82B-492B-94FA-24A3A9971077}" destId="{8944A6C5-2EA3-4685-B951-531C0EF53D73}" srcOrd="0" destOrd="0" presId="urn:microsoft.com/office/officeart/2005/8/layout/hProcess11"/>
    <dgm:cxn modelId="{85E87BF6-C698-4D7E-8F6F-0B15470B9D2F}" srcId="{36882F53-5B46-410E-B281-D9C176F58EE0}" destId="{4F2E94C9-69E2-405A-8101-9715AC6DC858}" srcOrd="7" destOrd="0" parTransId="{D3765389-BED3-47D2-8FA6-BF09765CC113}" sibTransId="{205C9114-AADE-4F12-96EC-AE55B0AD2134}"/>
    <dgm:cxn modelId="{2575B9ED-6B71-4933-8C0C-289320AC12CB}" type="presParOf" srcId="{ACFFD8D5-E0F5-490A-81C8-B497FFB3D574}" destId="{FB276FF6-89D2-4E5D-8DE9-DB5AB8FA9CB4}" srcOrd="0" destOrd="0" presId="urn:microsoft.com/office/officeart/2005/8/layout/hProcess11"/>
    <dgm:cxn modelId="{0DBEB19D-E38C-45DE-AE1A-A07CFC27C1BE}" type="presParOf" srcId="{ACFFD8D5-E0F5-490A-81C8-B497FFB3D574}" destId="{0862B882-2731-4AC3-9C3A-525673275B41}" srcOrd="1" destOrd="0" presId="urn:microsoft.com/office/officeart/2005/8/layout/hProcess11"/>
    <dgm:cxn modelId="{43D7FA08-C7B7-4057-B51B-4B10830DBF69}" type="presParOf" srcId="{0862B882-2731-4AC3-9C3A-525673275B41}" destId="{5BD49148-8B60-4AA2-93E1-CBF5AEEDC8CC}" srcOrd="0" destOrd="0" presId="urn:microsoft.com/office/officeart/2005/8/layout/hProcess11"/>
    <dgm:cxn modelId="{E92A5392-7981-4E66-A462-49A17FC48BEC}" type="presParOf" srcId="{5BD49148-8B60-4AA2-93E1-CBF5AEEDC8CC}" destId="{8944A6C5-2EA3-4685-B951-531C0EF53D73}" srcOrd="0" destOrd="0" presId="urn:microsoft.com/office/officeart/2005/8/layout/hProcess11"/>
    <dgm:cxn modelId="{DBFE6754-3945-40A3-A38A-334F3112F1FB}" type="presParOf" srcId="{5BD49148-8B60-4AA2-93E1-CBF5AEEDC8CC}" destId="{B1221131-EFB3-49C2-9659-ECBDBD9F6C80}" srcOrd="1" destOrd="0" presId="urn:microsoft.com/office/officeart/2005/8/layout/hProcess11"/>
    <dgm:cxn modelId="{977CF904-25AD-4C62-8B69-0D417C11A1E7}" type="presParOf" srcId="{5BD49148-8B60-4AA2-93E1-CBF5AEEDC8CC}" destId="{CC5AE6DE-CB15-401E-94DB-29E91C075843}" srcOrd="2" destOrd="0" presId="urn:microsoft.com/office/officeart/2005/8/layout/hProcess11"/>
    <dgm:cxn modelId="{CEB8A758-59AA-43C9-86EB-9F86299E7838}" type="presParOf" srcId="{0862B882-2731-4AC3-9C3A-525673275B41}" destId="{5244934D-4C13-4F4A-8561-622969DA2F80}" srcOrd="1" destOrd="0" presId="urn:microsoft.com/office/officeart/2005/8/layout/hProcess11"/>
    <dgm:cxn modelId="{DCCC50DA-3E5F-4DA0-A3D0-9D0A4E6CF904}" type="presParOf" srcId="{0862B882-2731-4AC3-9C3A-525673275B41}" destId="{1E0D62B2-2EAD-493B-8485-A9042FAA7191}" srcOrd="2" destOrd="0" presId="urn:microsoft.com/office/officeart/2005/8/layout/hProcess11"/>
    <dgm:cxn modelId="{037F3CFC-C81C-43F2-B483-420D253D5647}" type="presParOf" srcId="{1E0D62B2-2EAD-493B-8485-A9042FAA7191}" destId="{E51B2F1B-DD98-44AB-A08E-FE35D4EC59FD}" srcOrd="0" destOrd="0" presId="urn:microsoft.com/office/officeart/2005/8/layout/hProcess11"/>
    <dgm:cxn modelId="{6747EE3C-5B22-4378-A904-D0B98FF11BB4}" type="presParOf" srcId="{1E0D62B2-2EAD-493B-8485-A9042FAA7191}" destId="{A5254795-D619-4497-9A8D-EC7EB5D0FA3A}" srcOrd="1" destOrd="0" presId="urn:microsoft.com/office/officeart/2005/8/layout/hProcess11"/>
    <dgm:cxn modelId="{2C25B6A3-14C9-4E36-9D0F-9A81AF1FC85B}" type="presParOf" srcId="{1E0D62B2-2EAD-493B-8485-A9042FAA7191}" destId="{7F637207-03CF-4CFC-A0BE-80488AAC4F61}" srcOrd="2" destOrd="0" presId="urn:microsoft.com/office/officeart/2005/8/layout/hProcess11"/>
    <dgm:cxn modelId="{30CDD1B4-22D4-43E2-A5DF-66D921E09975}" type="presParOf" srcId="{0862B882-2731-4AC3-9C3A-525673275B41}" destId="{EC4D7447-677F-4EFD-9B9E-D0E9A392F693}" srcOrd="3" destOrd="0" presId="urn:microsoft.com/office/officeart/2005/8/layout/hProcess11"/>
    <dgm:cxn modelId="{5E46F9DC-1B69-4123-8625-36DB8C7071BC}" type="presParOf" srcId="{0862B882-2731-4AC3-9C3A-525673275B41}" destId="{9566A1D3-7F13-433B-B089-E15D64D9BEBF}" srcOrd="4" destOrd="0" presId="urn:microsoft.com/office/officeart/2005/8/layout/hProcess11"/>
    <dgm:cxn modelId="{D2D9CA91-C527-41CC-96E0-F1B9FE9832AF}" type="presParOf" srcId="{9566A1D3-7F13-433B-B089-E15D64D9BEBF}" destId="{D1CDB62E-6AA5-4ECF-A794-FB7DC3ABA9AC}" srcOrd="0" destOrd="0" presId="urn:microsoft.com/office/officeart/2005/8/layout/hProcess11"/>
    <dgm:cxn modelId="{6E630B6C-2D6F-48F5-AD70-8331D7827CA9}" type="presParOf" srcId="{9566A1D3-7F13-433B-B089-E15D64D9BEBF}" destId="{5D4C9280-A0F7-4CC8-AA2B-BA9F7E696FC1}" srcOrd="1" destOrd="0" presId="urn:microsoft.com/office/officeart/2005/8/layout/hProcess11"/>
    <dgm:cxn modelId="{1632B64C-E504-4FC8-A5D1-6ADE7558710C}" type="presParOf" srcId="{9566A1D3-7F13-433B-B089-E15D64D9BEBF}" destId="{A180E950-3E2F-4578-9207-C0D04F0DDCB7}" srcOrd="2" destOrd="0" presId="urn:microsoft.com/office/officeart/2005/8/layout/hProcess11"/>
    <dgm:cxn modelId="{FBDBB9F3-EFF8-41D7-AC47-F870462EB147}" type="presParOf" srcId="{0862B882-2731-4AC3-9C3A-525673275B41}" destId="{F4ABB3A8-A456-4746-81AA-51FE03736239}" srcOrd="5" destOrd="0" presId="urn:microsoft.com/office/officeart/2005/8/layout/hProcess11"/>
    <dgm:cxn modelId="{403D6A5A-8BF4-4C82-80EB-9C7CAAF6CAE1}" type="presParOf" srcId="{0862B882-2731-4AC3-9C3A-525673275B41}" destId="{823AA07A-C96D-4C23-943C-11C8F135830D}" srcOrd="6" destOrd="0" presId="urn:microsoft.com/office/officeart/2005/8/layout/hProcess11"/>
    <dgm:cxn modelId="{7E586C10-D5DD-4EC7-BFD2-6961F18B567A}" type="presParOf" srcId="{823AA07A-C96D-4C23-943C-11C8F135830D}" destId="{4F4A110C-7747-4955-84CA-9CC349161AC2}" srcOrd="0" destOrd="0" presId="urn:microsoft.com/office/officeart/2005/8/layout/hProcess11"/>
    <dgm:cxn modelId="{CF5A2DD5-910C-4C57-B68D-5BC0E86818E9}" type="presParOf" srcId="{823AA07A-C96D-4C23-943C-11C8F135830D}" destId="{228056F0-2876-4FCB-86C0-4F856117D570}" srcOrd="1" destOrd="0" presId="urn:microsoft.com/office/officeart/2005/8/layout/hProcess11"/>
    <dgm:cxn modelId="{6AF96626-BC5B-4066-BADD-05ACD5602F22}" type="presParOf" srcId="{823AA07A-C96D-4C23-943C-11C8F135830D}" destId="{574A1F94-7843-4D33-9AA4-20EEC4EF6ED6}" srcOrd="2" destOrd="0" presId="urn:microsoft.com/office/officeart/2005/8/layout/hProcess11"/>
    <dgm:cxn modelId="{D5C2E24F-5082-4A54-9FF0-2756D2CC8121}" type="presParOf" srcId="{0862B882-2731-4AC3-9C3A-525673275B41}" destId="{F63DAA78-3479-4511-949C-219183FA961C}" srcOrd="7" destOrd="0" presId="urn:microsoft.com/office/officeart/2005/8/layout/hProcess11"/>
    <dgm:cxn modelId="{7E65AE2F-CDC9-48CF-8022-87B336AA581F}" type="presParOf" srcId="{0862B882-2731-4AC3-9C3A-525673275B41}" destId="{41211283-DBE6-4998-8BBB-600C10D51C7C}" srcOrd="8" destOrd="0" presId="urn:microsoft.com/office/officeart/2005/8/layout/hProcess11"/>
    <dgm:cxn modelId="{A787DCF0-19F0-4C0F-8129-11E6A88BEAD3}" type="presParOf" srcId="{41211283-DBE6-4998-8BBB-600C10D51C7C}" destId="{44EA16B0-1979-4983-9074-D4A26ACE2AC7}" srcOrd="0" destOrd="0" presId="urn:microsoft.com/office/officeart/2005/8/layout/hProcess11"/>
    <dgm:cxn modelId="{EEA71C87-CA1F-4087-842C-207B2E639169}" type="presParOf" srcId="{41211283-DBE6-4998-8BBB-600C10D51C7C}" destId="{2136133D-2AAE-417C-8638-AD9DD2A84B85}" srcOrd="1" destOrd="0" presId="urn:microsoft.com/office/officeart/2005/8/layout/hProcess11"/>
    <dgm:cxn modelId="{CB2240A4-C261-445C-B35C-F6D7ADC749C8}" type="presParOf" srcId="{41211283-DBE6-4998-8BBB-600C10D51C7C}" destId="{0F40E09E-0576-48A9-AC15-D19F146178C1}" srcOrd="2" destOrd="0" presId="urn:microsoft.com/office/officeart/2005/8/layout/hProcess11"/>
    <dgm:cxn modelId="{FE4D6E13-6902-429B-A8F9-755EB58F5A67}" type="presParOf" srcId="{0862B882-2731-4AC3-9C3A-525673275B41}" destId="{7D2FF725-9BE4-4527-B1AD-868A97994B2E}" srcOrd="9" destOrd="0" presId="urn:microsoft.com/office/officeart/2005/8/layout/hProcess11"/>
    <dgm:cxn modelId="{B23457E6-7F69-428D-B144-DEDF9BDB644C}" type="presParOf" srcId="{0862B882-2731-4AC3-9C3A-525673275B41}" destId="{B12F878F-8AD4-4A69-9DAD-150CA597ECE8}" srcOrd="10" destOrd="0" presId="urn:microsoft.com/office/officeart/2005/8/layout/hProcess11"/>
    <dgm:cxn modelId="{4A0C4D1F-4FE9-46CD-8E88-0AFC7ECECF53}" type="presParOf" srcId="{B12F878F-8AD4-4A69-9DAD-150CA597ECE8}" destId="{F18E6B9D-4921-431A-A532-1F31B212596D}" srcOrd="0" destOrd="0" presId="urn:microsoft.com/office/officeart/2005/8/layout/hProcess11"/>
    <dgm:cxn modelId="{F805996C-B3B4-4395-BAAB-81CD9D70EC2C}" type="presParOf" srcId="{B12F878F-8AD4-4A69-9DAD-150CA597ECE8}" destId="{A07B39AF-CFDD-48F6-99B5-5AB2CF4E6629}" srcOrd="1" destOrd="0" presId="urn:microsoft.com/office/officeart/2005/8/layout/hProcess11"/>
    <dgm:cxn modelId="{8A466637-3475-4347-8FEC-951186753087}" type="presParOf" srcId="{B12F878F-8AD4-4A69-9DAD-150CA597ECE8}" destId="{C5718536-E153-4DF3-8D53-0A16C60EF37B}" srcOrd="2" destOrd="0" presId="urn:microsoft.com/office/officeart/2005/8/layout/hProcess11"/>
    <dgm:cxn modelId="{11FE3B73-228F-4E0D-AA4B-D37D0F1F0E7F}" type="presParOf" srcId="{0862B882-2731-4AC3-9C3A-525673275B41}" destId="{5804F61B-B240-4B99-9A47-FD8419793D1A}" srcOrd="11" destOrd="0" presId="urn:microsoft.com/office/officeart/2005/8/layout/hProcess11"/>
    <dgm:cxn modelId="{46C1BFDC-07D6-455A-82D0-98E1819F272E}" type="presParOf" srcId="{0862B882-2731-4AC3-9C3A-525673275B41}" destId="{BCE46E56-271F-4702-8349-1006768E8E9F}" srcOrd="12" destOrd="0" presId="urn:microsoft.com/office/officeart/2005/8/layout/hProcess11"/>
    <dgm:cxn modelId="{4E3D8EED-2F1E-40C6-8614-09534A85A3A9}" type="presParOf" srcId="{BCE46E56-271F-4702-8349-1006768E8E9F}" destId="{95B3E740-B67A-4A73-A97A-B34B3FC18B6A}" srcOrd="0" destOrd="0" presId="urn:microsoft.com/office/officeart/2005/8/layout/hProcess11"/>
    <dgm:cxn modelId="{730A21AB-9AF1-4324-BC3E-D8F712E1675A}" type="presParOf" srcId="{BCE46E56-271F-4702-8349-1006768E8E9F}" destId="{69744F8A-733A-4F48-969E-7B1AD216846A}" srcOrd="1" destOrd="0" presId="urn:microsoft.com/office/officeart/2005/8/layout/hProcess11"/>
    <dgm:cxn modelId="{C06FDC65-989B-4D84-9BAA-6B6AE0B3DF8E}" type="presParOf" srcId="{BCE46E56-271F-4702-8349-1006768E8E9F}" destId="{9625037E-CD41-44D3-8EBB-F613D0682557}" srcOrd="2" destOrd="0" presId="urn:microsoft.com/office/officeart/2005/8/layout/hProcess11"/>
    <dgm:cxn modelId="{FE109466-D9AF-47A4-A93A-8AA8EAEFEB49}" type="presParOf" srcId="{0862B882-2731-4AC3-9C3A-525673275B41}" destId="{6EE28554-7732-41E0-94A6-514D37FC48C0}" srcOrd="13" destOrd="0" presId="urn:microsoft.com/office/officeart/2005/8/layout/hProcess11"/>
    <dgm:cxn modelId="{34C04039-F7FB-4E64-950C-67B342D7FC61}" type="presParOf" srcId="{0862B882-2731-4AC3-9C3A-525673275B41}" destId="{B4DBEF41-3994-442C-8DF3-A450892182B2}" srcOrd="14" destOrd="0" presId="urn:microsoft.com/office/officeart/2005/8/layout/hProcess11"/>
    <dgm:cxn modelId="{E6B0F13E-2D84-4323-AF9D-E190865959AC}" type="presParOf" srcId="{B4DBEF41-3994-442C-8DF3-A450892182B2}" destId="{5B7AFDC1-3FF6-4879-B36E-3089D89937B7}" srcOrd="0" destOrd="0" presId="urn:microsoft.com/office/officeart/2005/8/layout/hProcess11"/>
    <dgm:cxn modelId="{B7EE6D74-3D03-4679-87DB-D639622D479F}" type="presParOf" srcId="{B4DBEF41-3994-442C-8DF3-A450892182B2}" destId="{1B658DF9-F472-4071-8B4E-2F9AD01886D2}" srcOrd="1" destOrd="0" presId="urn:microsoft.com/office/officeart/2005/8/layout/hProcess11"/>
    <dgm:cxn modelId="{74ABD6BA-A0ED-483A-B659-B0DDB0039D4F}" type="presParOf" srcId="{B4DBEF41-3994-442C-8DF3-A450892182B2}" destId="{8A5FA737-96D4-48E9-A6D1-B485C1AC9ED9}" srcOrd="2" destOrd="0" presId="urn:microsoft.com/office/officeart/2005/8/layout/hProcess11"/>
    <dgm:cxn modelId="{FAE22D5E-29C8-43F9-995A-1D897902FE8B}" type="presParOf" srcId="{0862B882-2731-4AC3-9C3A-525673275B41}" destId="{8558C2C8-0518-4C7A-8E9C-289D7C931214}" srcOrd="15" destOrd="0" presId="urn:microsoft.com/office/officeart/2005/8/layout/hProcess11"/>
    <dgm:cxn modelId="{B263AADC-AB5F-477F-8C2B-C538823B318E}" type="presParOf" srcId="{0862B882-2731-4AC3-9C3A-525673275B41}" destId="{DC26BCD0-3AF6-4384-8C62-00CEB7CD8652}" srcOrd="16" destOrd="0" presId="urn:microsoft.com/office/officeart/2005/8/layout/hProcess11"/>
    <dgm:cxn modelId="{3AD40FD3-F1A4-4C00-8373-2C402F746682}" type="presParOf" srcId="{DC26BCD0-3AF6-4384-8C62-00CEB7CD8652}" destId="{2F42F162-516E-48F7-BD35-C850A9B8EF4C}" srcOrd="0" destOrd="0" presId="urn:microsoft.com/office/officeart/2005/8/layout/hProcess11"/>
    <dgm:cxn modelId="{5FEDCEB4-2493-4048-ABD7-49783FF80196}" type="presParOf" srcId="{DC26BCD0-3AF6-4384-8C62-00CEB7CD8652}" destId="{8BF798E4-19A5-47A5-AC2D-81ECC6BF257C}" srcOrd="1" destOrd="0" presId="urn:microsoft.com/office/officeart/2005/8/layout/hProcess11"/>
    <dgm:cxn modelId="{1DD49F56-A85E-4ACF-A65E-8D5BD11A1C42}" type="presParOf" srcId="{DC26BCD0-3AF6-4384-8C62-00CEB7CD8652}" destId="{9FCAC4A7-D53E-46AA-9F4B-09B03ACF9C89}" srcOrd="2" destOrd="0" presId="urn:microsoft.com/office/officeart/2005/8/layout/hProcess11"/>
    <dgm:cxn modelId="{7676F76C-B06D-443B-B1C8-1BDA67456C9D}" type="presParOf" srcId="{0862B882-2731-4AC3-9C3A-525673275B41}" destId="{5C851598-F773-4E06-922F-908DDD8B7055}" srcOrd="17" destOrd="0" presId="urn:microsoft.com/office/officeart/2005/8/layout/hProcess11"/>
    <dgm:cxn modelId="{9C4F1DF8-FAD3-4905-8C70-B8BFBB412C8B}" type="presParOf" srcId="{0862B882-2731-4AC3-9C3A-525673275B41}" destId="{E19E1428-112D-40A1-8A6C-96F4C5BDE4B1}" srcOrd="18" destOrd="0" presId="urn:microsoft.com/office/officeart/2005/8/layout/hProcess11"/>
    <dgm:cxn modelId="{AC2AF539-9419-4052-A03F-9607F64BCA72}" type="presParOf" srcId="{E19E1428-112D-40A1-8A6C-96F4C5BDE4B1}" destId="{6FC8609F-17DF-4B93-B517-5A5ABCF3C729}" srcOrd="0" destOrd="0" presId="urn:microsoft.com/office/officeart/2005/8/layout/hProcess11"/>
    <dgm:cxn modelId="{403AD037-9735-4BA1-B6D6-323C772AFE49}" type="presParOf" srcId="{E19E1428-112D-40A1-8A6C-96F4C5BDE4B1}" destId="{223306D6-4D58-42E0-AFC6-87DCE5EF1529}" srcOrd="1" destOrd="0" presId="urn:microsoft.com/office/officeart/2005/8/layout/hProcess11"/>
    <dgm:cxn modelId="{769EBDB8-BF4E-42BB-8DF9-547D801E16ED}" type="presParOf" srcId="{E19E1428-112D-40A1-8A6C-96F4C5BDE4B1}" destId="{22A93BB3-EDAF-4067-991D-FDB23177B633}" srcOrd="2" destOrd="0" presId="urn:microsoft.com/office/officeart/2005/8/layout/hProcess11"/>
    <dgm:cxn modelId="{E8D76832-CFA3-4079-98BB-E968F02DAAE0}" type="presParOf" srcId="{0862B882-2731-4AC3-9C3A-525673275B41}" destId="{BFEEFBE1-1E84-4A54-B93D-9B2FCB4E4553}" srcOrd="19" destOrd="0" presId="urn:microsoft.com/office/officeart/2005/8/layout/hProcess11"/>
    <dgm:cxn modelId="{0999E9E1-46D4-47D9-955F-8D08E78F6EA3}" type="presParOf" srcId="{0862B882-2731-4AC3-9C3A-525673275B41}" destId="{74D2DBD3-1566-44AC-9118-184A1900B114}" srcOrd="20" destOrd="0" presId="urn:microsoft.com/office/officeart/2005/8/layout/hProcess11"/>
    <dgm:cxn modelId="{923B3650-260A-4175-991E-E106EF76561A}" type="presParOf" srcId="{74D2DBD3-1566-44AC-9118-184A1900B114}" destId="{70CFFA8B-46FB-416E-9048-7753234CA4DB}" srcOrd="0" destOrd="0" presId="urn:microsoft.com/office/officeart/2005/8/layout/hProcess11"/>
    <dgm:cxn modelId="{AC236C17-0710-4D45-BA4D-B9A3D9ADC92E}" type="presParOf" srcId="{74D2DBD3-1566-44AC-9118-184A1900B114}" destId="{CB788FF2-253B-4624-8D03-FBA98AED4F00}" srcOrd="1" destOrd="0" presId="urn:microsoft.com/office/officeart/2005/8/layout/hProcess11"/>
    <dgm:cxn modelId="{DDCE94B9-9D0E-466F-A4CB-BB451E226E70}" type="presParOf" srcId="{74D2DBD3-1566-44AC-9118-184A1900B114}" destId="{7903F915-72C2-4379-9D05-C95540FFE784}" srcOrd="2" destOrd="0" presId="urn:microsoft.com/office/officeart/2005/8/layout/hProcess11"/>
    <dgm:cxn modelId="{ED4E0186-0395-442B-B200-752979E93606}" type="presParOf" srcId="{0862B882-2731-4AC3-9C3A-525673275B41}" destId="{8BAAE255-51FE-4C8B-B211-31599EA96B27}" srcOrd="21" destOrd="0" presId="urn:microsoft.com/office/officeart/2005/8/layout/hProcess11"/>
    <dgm:cxn modelId="{0654436A-8991-4337-847C-525792E09F55}" type="presParOf" srcId="{0862B882-2731-4AC3-9C3A-525673275B41}" destId="{8E872B2F-0407-4546-978B-C59F3ABA621B}" srcOrd="22" destOrd="0" presId="urn:microsoft.com/office/officeart/2005/8/layout/hProcess11"/>
    <dgm:cxn modelId="{1501453A-4AB1-499C-B7F0-9EF34F23835F}" type="presParOf" srcId="{8E872B2F-0407-4546-978B-C59F3ABA621B}" destId="{1DDB35A9-85BB-42DC-8085-F69D9B133684}" srcOrd="0" destOrd="0" presId="urn:microsoft.com/office/officeart/2005/8/layout/hProcess11"/>
    <dgm:cxn modelId="{A44A30AF-0594-4555-B1CA-E066C9A7B34C}" type="presParOf" srcId="{8E872B2F-0407-4546-978B-C59F3ABA621B}" destId="{3EBFA38B-37A6-499E-92FE-C3B46D031B37}" srcOrd="1" destOrd="0" presId="urn:microsoft.com/office/officeart/2005/8/layout/hProcess11"/>
    <dgm:cxn modelId="{88B1E2B1-045D-497F-9AE3-B690F8046EF2}" type="presParOf" srcId="{8E872B2F-0407-4546-978B-C59F3ABA621B}" destId="{273C4656-E3A3-4A1F-B82D-6AC06B3D8607}" srcOrd="2" destOrd="0" presId="urn:microsoft.com/office/officeart/2005/8/layout/hProcess11"/>
    <dgm:cxn modelId="{4C0FFC76-CFA0-4074-8954-133F4C857DCC}" type="presParOf" srcId="{0862B882-2731-4AC3-9C3A-525673275B41}" destId="{565E92ED-697F-4FA7-9310-87015DB459C6}" srcOrd="23" destOrd="0" presId="urn:microsoft.com/office/officeart/2005/8/layout/hProcess11"/>
    <dgm:cxn modelId="{51691984-8BCE-4594-8B95-589556C3C7F2}" type="presParOf" srcId="{0862B882-2731-4AC3-9C3A-525673275B41}" destId="{11997A5B-F2E7-4086-8D68-B8EB1ACB23FA}" srcOrd="24" destOrd="0" presId="urn:microsoft.com/office/officeart/2005/8/layout/hProcess11"/>
    <dgm:cxn modelId="{AEA215DD-C373-41D6-802C-BDE152299B8A}" type="presParOf" srcId="{11997A5B-F2E7-4086-8D68-B8EB1ACB23FA}" destId="{24AC4DE4-607D-4174-AD8D-495EF6CC0ED3}" srcOrd="0" destOrd="0" presId="urn:microsoft.com/office/officeart/2005/8/layout/hProcess11"/>
    <dgm:cxn modelId="{59CD9BFF-DC42-4430-B480-6A16C8624602}" type="presParOf" srcId="{11997A5B-F2E7-4086-8D68-B8EB1ACB23FA}" destId="{ADB74BA8-6A66-4AB4-A1F2-9411557F2CF0}" srcOrd="1" destOrd="0" presId="urn:microsoft.com/office/officeart/2005/8/layout/hProcess11"/>
    <dgm:cxn modelId="{C694E77D-C919-4EAA-BE18-BCD1534A1E1B}" type="presParOf" srcId="{11997A5B-F2E7-4086-8D68-B8EB1ACB23FA}" destId="{ABE73EFE-51B4-45F2-A941-C31683C02160}" srcOrd="2" destOrd="0" presId="urn:microsoft.com/office/officeart/2005/8/layout/hProcess11"/>
    <dgm:cxn modelId="{3B954C8F-8A5E-4FBD-ADA3-5F0CB2008FDB}" type="presParOf" srcId="{0862B882-2731-4AC3-9C3A-525673275B41}" destId="{EFEF9240-5473-403C-A21A-D26B8A554B4A}" srcOrd="25" destOrd="0" presId="urn:microsoft.com/office/officeart/2005/8/layout/hProcess11"/>
    <dgm:cxn modelId="{CCE4DD6D-5D40-4EC3-A559-13CA979F9DF7}" type="presParOf" srcId="{0862B882-2731-4AC3-9C3A-525673275B41}" destId="{3E3E97E3-F737-4490-BF54-F7DA238C6446}" srcOrd="26" destOrd="0" presId="urn:microsoft.com/office/officeart/2005/8/layout/hProcess11"/>
    <dgm:cxn modelId="{0B26075C-0058-411C-852C-882C53185E48}" type="presParOf" srcId="{3E3E97E3-F737-4490-BF54-F7DA238C6446}" destId="{7520D75A-09DD-46B3-A8ED-BC4A8934A6EA}" srcOrd="0" destOrd="0" presId="urn:microsoft.com/office/officeart/2005/8/layout/hProcess11"/>
    <dgm:cxn modelId="{246CA249-5F92-4675-A521-1B83B13F7F98}" type="presParOf" srcId="{3E3E97E3-F737-4490-BF54-F7DA238C6446}" destId="{E75F3C0A-EB8E-4B3A-B675-B54FFE835D9E}" srcOrd="1" destOrd="0" presId="urn:microsoft.com/office/officeart/2005/8/layout/hProcess11"/>
    <dgm:cxn modelId="{9DA43E64-F5CF-49EF-89FF-D569740D0BA5}" type="presParOf" srcId="{3E3E97E3-F737-4490-BF54-F7DA238C6446}" destId="{B2BB19D2-0BF8-4CF2-A1AC-07BB28D129B7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6882F53-5B46-410E-B281-D9C176F58EE0}" type="doc">
      <dgm:prSet loTypeId="urn:microsoft.com/office/officeart/2005/8/layout/hProcess11" loCatId="process" qsTypeId="urn:microsoft.com/office/officeart/2005/8/quickstyle/simple2" qsCatId="simple" csTypeId="urn:microsoft.com/office/officeart/2005/8/colors/accent6_2" csCatId="accent6" phldr="1"/>
      <dgm:spPr/>
    </dgm:pt>
    <dgm:pt modelId="{B469A5B1-F82B-492B-94FA-24A3A9971077}">
      <dgm:prSet phldrT="[テキスト]" phldr="0"/>
      <dgm:spPr/>
      <dgm:t>
        <a:bodyPr/>
        <a:lstStyle/>
        <a:p>
          <a:r>
            <a:rPr kumimoji="1" lang="ja-JP" altLang="en-US">
              <a:latin typeface="Calibri Light" panose="020F0302020204030204"/>
            </a:rPr>
            <a:t>御園小学校前</a:t>
          </a:r>
          <a:endParaRPr kumimoji="1" lang="ja-JP" altLang="en-US"/>
        </a:p>
      </dgm:t>
    </dgm:pt>
    <dgm:pt modelId="{F1D94EC9-2E19-4B1F-AEB2-C772A2390A2D}" type="parTrans" cxnId="{0237C6D9-1BDC-4197-90D7-2AA84E176041}">
      <dgm:prSet/>
      <dgm:spPr/>
    </dgm:pt>
    <dgm:pt modelId="{89A8E044-6DD3-4C9E-A268-794223C52D97}" type="sibTrans" cxnId="{0237C6D9-1BDC-4197-90D7-2AA84E176041}">
      <dgm:prSet/>
      <dgm:spPr/>
    </dgm:pt>
    <dgm:pt modelId="{6E0FC592-39BE-42E1-9D73-64EBE20CEBB1}">
      <dgm:prSet phldrT="[テキスト]" phldr="0"/>
      <dgm:spPr/>
      <dgm:t>
        <a:bodyPr/>
        <a:lstStyle/>
        <a:p>
          <a:r>
            <a:rPr kumimoji="1" lang="ja-JP" altLang="en-US">
              <a:latin typeface="Calibri Light" panose="020F0302020204030204"/>
            </a:rPr>
            <a:t>丸の内</a:t>
          </a:r>
          <a:endParaRPr kumimoji="1" lang="ja-JP" altLang="en-US"/>
        </a:p>
      </dgm:t>
    </dgm:pt>
    <dgm:pt modelId="{477C96CD-2FC7-4A7C-9CC0-CF37EC6AFDEA}" type="parTrans" cxnId="{F75F8D2A-DD29-4100-B5C5-6BFCF3B38CBD}">
      <dgm:prSet/>
      <dgm:spPr/>
    </dgm:pt>
    <dgm:pt modelId="{1FF919CA-3447-4ADE-AD85-C1BEBE103E2D}" type="sibTrans" cxnId="{F75F8D2A-DD29-4100-B5C5-6BFCF3B38CBD}">
      <dgm:prSet/>
      <dgm:spPr/>
    </dgm:pt>
    <dgm:pt modelId="{DF2DCE73-60CF-4494-B212-75F5E0A40ECF}">
      <dgm:prSet phldrT="[テキスト]" phldr="0"/>
      <dgm:spPr/>
      <dgm:t>
        <a:bodyPr/>
        <a:lstStyle/>
        <a:p>
          <a:r>
            <a:rPr kumimoji="1" lang="ja-JP" altLang="en-US" dirty="0">
              <a:latin typeface="Calibri Light" panose="020F0302020204030204"/>
            </a:rPr>
            <a:t>中日病院前</a:t>
          </a:r>
          <a:endParaRPr kumimoji="1" lang="ja-JP" altLang="en-US" dirty="0"/>
        </a:p>
      </dgm:t>
    </dgm:pt>
    <dgm:pt modelId="{E8616D20-C45D-42AA-83EC-F84EAFABCA21}" type="parTrans" cxnId="{04D3C67B-12A8-413B-9477-AFE88CB27479}">
      <dgm:prSet/>
      <dgm:spPr/>
    </dgm:pt>
    <dgm:pt modelId="{EB0DF9DB-47E9-4787-AADC-D365528E73FB}" type="sibTrans" cxnId="{04D3C67B-12A8-413B-9477-AFE88CB27479}">
      <dgm:prSet/>
      <dgm:spPr/>
    </dgm:pt>
    <dgm:pt modelId="{02EB04C5-C356-4872-9F08-5F5F6A5C50DC}">
      <dgm:prSet phldr="0"/>
      <dgm:spPr/>
      <dgm:t>
        <a:bodyPr/>
        <a:lstStyle/>
        <a:p>
          <a:r>
            <a:rPr kumimoji="1" lang="ja-JP" altLang="en-US" dirty="0">
              <a:latin typeface="Calibri Light" panose="020F0302020204030204"/>
            </a:rPr>
            <a:t>名城小学校前</a:t>
          </a:r>
        </a:p>
      </dgm:t>
    </dgm:pt>
    <dgm:pt modelId="{429489A4-390E-4EB1-B068-8CB64AE9757A}" type="parTrans" cxnId="{BABDE954-47EB-44B6-A39E-73FEFE9CDA5E}">
      <dgm:prSet/>
      <dgm:spPr/>
    </dgm:pt>
    <dgm:pt modelId="{3A0AA1B6-B5F8-457B-8669-0692B11E222A}" type="sibTrans" cxnId="{BABDE954-47EB-44B6-A39E-73FEFE9CDA5E}">
      <dgm:prSet/>
      <dgm:spPr/>
    </dgm:pt>
    <dgm:pt modelId="{1219BF2D-EF7B-4F98-9045-7BE36E96A65D}">
      <dgm:prSet phldr="0"/>
      <dgm:spPr/>
      <dgm:t>
        <a:bodyPr/>
        <a:lstStyle/>
        <a:p>
          <a:r>
            <a:rPr kumimoji="1" lang="ja-JP" altLang="en-US" dirty="0">
              <a:latin typeface="Calibri Light" panose="020F0302020204030204"/>
            </a:rPr>
            <a:t>名古屋城前</a:t>
          </a:r>
        </a:p>
      </dgm:t>
    </dgm:pt>
    <dgm:pt modelId="{6D47257E-2540-4DE6-B326-A46DE55BF1D2}" type="parTrans" cxnId="{D764A705-87B4-4C04-A4A0-621FC3F8065A}">
      <dgm:prSet/>
      <dgm:spPr/>
    </dgm:pt>
    <dgm:pt modelId="{00C6B314-76AA-48D8-9A6F-6F3C6C484071}" type="sibTrans" cxnId="{D764A705-87B4-4C04-A4A0-621FC3F8065A}">
      <dgm:prSet/>
      <dgm:spPr/>
    </dgm:pt>
    <dgm:pt modelId="{6E52DDA2-A65A-4F79-9495-27064C6DD251}">
      <dgm:prSet phldr="0"/>
      <dgm:spPr/>
      <dgm:t>
        <a:bodyPr/>
        <a:lstStyle/>
        <a:p>
          <a:r>
            <a:rPr kumimoji="1" lang="ja-JP" altLang="en-US" dirty="0">
              <a:latin typeface="Calibri Light" panose="020F0302020204030204"/>
            </a:rPr>
            <a:t>名西</a:t>
          </a:r>
        </a:p>
      </dgm:t>
    </dgm:pt>
    <dgm:pt modelId="{60FD9228-6049-4889-BCBE-37166D7E0BA6}" type="parTrans" cxnId="{76FD543F-621E-4CD9-A2D8-5AA5945A1213}">
      <dgm:prSet/>
      <dgm:spPr/>
    </dgm:pt>
    <dgm:pt modelId="{CAA28922-3BE4-4B9F-979F-3F3D2D44B95C}" type="sibTrans" cxnId="{76FD543F-621E-4CD9-A2D8-5AA5945A1213}">
      <dgm:prSet/>
      <dgm:spPr/>
    </dgm:pt>
    <dgm:pt modelId="{4F2E94C9-69E2-405A-8101-9715AC6DC858}">
      <dgm:prSet phldr="0"/>
      <dgm:spPr/>
      <dgm:t>
        <a:bodyPr/>
        <a:lstStyle/>
        <a:p>
          <a:r>
            <a:rPr kumimoji="1" lang="ja-JP" altLang="en-US" dirty="0">
              <a:latin typeface="Calibri Light" panose="020F0302020204030204"/>
            </a:rPr>
            <a:t>上小田井</a:t>
          </a:r>
        </a:p>
      </dgm:t>
    </dgm:pt>
    <dgm:pt modelId="{D3765389-BED3-47D2-8FA6-BF09765CC113}" type="parTrans" cxnId="{85E87BF6-C698-4D7E-8F6F-0B15470B9D2F}">
      <dgm:prSet/>
      <dgm:spPr/>
    </dgm:pt>
    <dgm:pt modelId="{205C9114-AADE-4F12-96EC-AE55B0AD2134}" type="sibTrans" cxnId="{85E87BF6-C698-4D7E-8F6F-0B15470B9D2F}">
      <dgm:prSet/>
      <dgm:spPr/>
    </dgm:pt>
    <dgm:pt modelId="{2531699A-CBFE-41A7-BD5A-2A0CFDB9952E}">
      <dgm:prSet phldr="0"/>
      <dgm:spPr/>
      <dgm:t>
        <a:bodyPr/>
        <a:lstStyle/>
        <a:p>
          <a:pPr rtl="0"/>
          <a:r>
            <a:rPr kumimoji="1" lang="ja-JP" altLang="en-US" dirty="0">
              <a:latin typeface="Calibri Light" panose="020F0302020204030204"/>
            </a:rPr>
            <a:t>庄内緑地公園</a:t>
          </a:r>
        </a:p>
      </dgm:t>
    </dgm:pt>
    <dgm:pt modelId="{537D9162-2155-40EC-B1DE-4E0C55B9F127}" type="parTrans" cxnId="{87E1EA90-0B28-494E-A3DA-236D2A1FD90B}">
      <dgm:prSet/>
      <dgm:spPr/>
    </dgm:pt>
    <dgm:pt modelId="{B8C09882-BB59-4A28-AC0A-8A94B3983E13}" type="sibTrans" cxnId="{87E1EA90-0B28-494E-A3DA-236D2A1FD90B}">
      <dgm:prSet/>
      <dgm:spPr/>
    </dgm:pt>
    <dgm:pt modelId="{1697395E-F2D9-400C-A9BA-612C15AD5EAC}">
      <dgm:prSet phldr="0"/>
      <dgm:spPr/>
      <dgm:t>
        <a:bodyPr/>
        <a:lstStyle/>
        <a:p>
          <a:r>
            <a:rPr kumimoji="1" lang="ja-JP" altLang="en-US" dirty="0">
              <a:latin typeface="Calibri Light" panose="020F0302020204030204"/>
            </a:rPr>
            <a:t>西春</a:t>
          </a:r>
        </a:p>
      </dgm:t>
    </dgm:pt>
    <dgm:pt modelId="{097D67A0-B62F-4394-B046-EA808F77A39A}" type="parTrans" cxnId="{13BA9C88-D3DC-4D11-8919-8FD38C0FF028}">
      <dgm:prSet/>
      <dgm:spPr/>
    </dgm:pt>
    <dgm:pt modelId="{4FC2A94B-7F53-4DCA-9921-B25EFF232DC6}" type="sibTrans" cxnId="{13BA9C88-D3DC-4D11-8919-8FD38C0FF028}">
      <dgm:prSet/>
      <dgm:spPr/>
    </dgm:pt>
    <dgm:pt modelId="{F51F316B-B6A0-41CA-973F-D08461CC916B}">
      <dgm:prSet phldr="0"/>
      <dgm:spPr/>
      <dgm:t>
        <a:bodyPr/>
        <a:lstStyle/>
        <a:p>
          <a:r>
            <a:rPr kumimoji="1" lang="ja-JP" altLang="en-US" dirty="0">
              <a:latin typeface="Calibri Light" panose="020F0302020204030204"/>
            </a:rPr>
            <a:t>石橋</a:t>
          </a:r>
        </a:p>
      </dgm:t>
    </dgm:pt>
    <dgm:pt modelId="{714E514A-2F8B-45B3-A1D5-0B3773C13D31}" type="parTrans" cxnId="{68EDCE88-18ED-466B-B602-076AC8348E5E}">
      <dgm:prSet/>
      <dgm:spPr/>
    </dgm:pt>
    <dgm:pt modelId="{7396C62D-AECE-45CA-9CF2-2CE88EF22029}" type="sibTrans" cxnId="{68EDCE88-18ED-466B-B602-076AC8348E5E}">
      <dgm:prSet/>
      <dgm:spPr/>
    </dgm:pt>
    <dgm:pt modelId="{2F4F0BAB-9250-4698-BFB3-19C2F870CCB6}">
      <dgm:prSet phldr="0"/>
      <dgm:spPr/>
      <dgm:t>
        <a:bodyPr/>
        <a:lstStyle/>
        <a:p>
          <a:r>
            <a:rPr kumimoji="1" lang="ja-JP" altLang="en-US" dirty="0">
              <a:latin typeface="Calibri Light" panose="020F0302020204030204"/>
            </a:rPr>
            <a:t>多加木</a:t>
          </a:r>
        </a:p>
      </dgm:t>
    </dgm:pt>
    <dgm:pt modelId="{98D8BF87-1B7F-4583-8379-119E76B0E14A}" type="parTrans" cxnId="{BDD84302-F226-4C3F-9585-9B8CD6EECDD5}">
      <dgm:prSet/>
      <dgm:spPr/>
    </dgm:pt>
    <dgm:pt modelId="{463A0E45-A467-4E96-B3D7-E34314720DA7}" type="sibTrans" cxnId="{BDD84302-F226-4C3F-9585-9B8CD6EECDD5}">
      <dgm:prSet/>
      <dgm:spPr/>
    </dgm:pt>
    <dgm:pt modelId="{DBD56872-AB35-43A1-AE44-F9D79BF31F12}">
      <dgm:prSet phldr="0"/>
      <dgm:spPr/>
      <dgm:t>
        <a:bodyPr/>
        <a:lstStyle/>
        <a:p>
          <a:pPr rtl="0"/>
          <a:r>
            <a:rPr kumimoji="1" lang="ja-JP" dirty="0"/>
            <a:t>稲沢</a:t>
          </a:r>
          <a:endParaRPr kumimoji="1" lang="ja-JP" altLang="en-US" dirty="0">
            <a:latin typeface="Calibri Light" panose="020F0302020204030204"/>
          </a:endParaRPr>
        </a:p>
      </dgm:t>
    </dgm:pt>
    <dgm:pt modelId="{26E9CE4C-E893-4E60-B547-9842F3B9EAEE}" type="parTrans" cxnId="{6199899B-3243-46A9-8354-6AFDF96FEE27}">
      <dgm:prSet/>
      <dgm:spPr/>
    </dgm:pt>
    <dgm:pt modelId="{EAFF2C38-FE0E-4665-B78A-BF6C7BDDC98C}" type="sibTrans" cxnId="{6199899B-3243-46A9-8354-6AFDF96FEE27}">
      <dgm:prSet/>
      <dgm:spPr/>
    </dgm:pt>
    <dgm:pt modelId="{0A1BAA65-350D-42AB-8693-DBCFEFFBE727}">
      <dgm:prSet phldr="0"/>
      <dgm:spPr/>
      <dgm:t>
        <a:bodyPr/>
        <a:lstStyle/>
        <a:p>
          <a:r>
            <a:rPr kumimoji="1" lang="ja-JP" altLang="en-US" dirty="0">
              <a:latin typeface="Calibri Light" panose="020F0302020204030204"/>
            </a:rPr>
            <a:t>大江川</a:t>
          </a:r>
        </a:p>
      </dgm:t>
    </dgm:pt>
    <dgm:pt modelId="{953EE0B4-2410-4392-95FB-2380BD0BF3A7}" type="parTrans" cxnId="{D20D52BE-15D2-402E-B9D2-54845B1673C3}">
      <dgm:prSet/>
      <dgm:spPr/>
    </dgm:pt>
    <dgm:pt modelId="{CDEB04AF-4CCC-42D2-BE89-16F0812DF59C}" type="sibTrans" cxnId="{D20D52BE-15D2-402E-B9D2-54845B1673C3}">
      <dgm:prSet/>
      <dgm:spPr/>
    </dgm:pt>
    <dgm:pt modelId="{96108E62-12D8-49E5-9DC7-B7F4FBD5E671}">
      <dgm:prSet phldr="0"/>
      <dgm:spPr/>
      <dgm:t>
        <a:bodyPr/>
        <a:lstStyle/>
        <a:p>
          <a:r>
            <a:rPr kumimoji="1" lang="ja-JP" altLang="en-US" dirty="0">
              <a:solidFill>
                <a:srgbClr val="FF0000"/>
              </a:solidFill>
              <a:latin typeface="Calibri Light" panose="020F0302020204030204"/>
            </a:rPr>
            <a:t>終点</a:t>
          </a:r>
          <a:r>
            <a:rPr kumimoji="1" lang="ja-JP" altLang="en-US" dirty="0">
              <a:latin typeface="Calibri Light" panose="020F0302020204030204"/>
            </a:rPr>
            <a:t>一宮</a:t>
          </a:r>
        </a:p>
      </dgm:t>
    </dgm:pt>
    <dgm:pt modelId="{D739A61E-8C45-432C-84A6-BEE512112E8F}" type="parTrans" cxnId="{D53BC981-B051-4D3B-9106-E662F465B993}">
      <dgm:prSet/>
      <dgm:spPr/>
    </dgm:pt>
    <dgm:pt modelId="{CCA8DE0C-4F3C-42F6-922C-E7DC51A56744}" type="sibTrans" cxnId="{D53BC981-B051-4D3B-9106-E662F465B993}">
      <dgm:prSet/>
      <dgm:spPr/>
    </dgm:pt>
    <dgm:pt modelId="{ACFFD8D5-E0F5-490A-81C8-B497FFB3D574}" type="pres">
      <dgm:prSet presAssocID="{36882F53-5B46-410E-B281-D9C176F58EE0}" presName="Name0" presStyleCnt="0">
        <dgm:presLayoutVars>
          <dgm:dir/>
          <dgm:resizeHandles val="exact"/>
        </dgm:presLayoutVars>
      </dgm:prSet>
      <dgm:spPr/>
    </dgm:pt>
    <dgm:pt modelId="{FB276FF6-89D2-4E5D-8DE9-DB5AB8FA9CB4}" type="pres">
      <dgm:prSet presAssocID="{36882F53-5B46-410E-B281-D9C176F58EE0}" presName="arrow" presStyleLbl="bgShp" presStyleIdx="0" presStyleCnt="1"/>
      <dgm:spPr/>
    </dgm:pt>
    <dgm:pt modelId="{0862B882-2731-4AC3-9C3A-525673275B41}" type="pres">
      <dgm:prSet presAssocID="{36882F53-5B46-410E-B281-D9C176F58EE0}" presName="points" presStyleCnt="0"/>
      <dgm:spPr/>
    </dgm:pt>
    <dgm:pt modelId="{5BD49148-8B60-4AA2-93E1-CBF5AEEDC8CC}" type="pres">
      <dgm:prSet presAssocID="{B469A5B1-F82B-492B-94FA-24A3A9971077}" presName="compositeA" presStyleCnt="0"/>
      <dgm:spPr/>
    </dgm:pt>
    <dgm:pt modelId="{8944A6C5-2EA3-4685-B951-531C0EF53D73}" type="pres">
      <dgm:prSet presAssocID="{B469A5B1-F82B-492B-94FA-24A3A9971077}" presName="textA" presStyleLbl="revTx" presStyleIdx="0" presStyleCnt="14">
        <dgm:presLayoutVars>
          <dgm:bulletEnabled val="1"/>
        </dgm:presLayoutVars>
      </dgm:prSet>
      <dgm:spPr/>
    </dgm:pt>
    <dgm:pt modelId="{B1221131-EFB3-49C2-9659-ECBDBD9F6C80}" type="pres">
      <dgm:prSet presAssocID="{B469A5B1-F82B-492B-94FA-24A3A9971077}" presName="circleA" presStyleLbl="node1" presStyleIdx="0" presStyleCnt="14"/>
      <dgm:spPr/>
    </dgm:pt>
    <dgm:pt modelId="{CC5AE6DE-CB15-401E-94DB-29E91C075843}" type="pres">
      <dgm:prSet presAssocID="{B469A5B1-F82B-492B-94FA-24A3A9971077}" presName="spaceA" presStyleCnt="0"/>
      <dgm:spPr/>
    </dgm:pt>
    <dgm:pt modelId="{5244934D-4C13-4F4A-8561-622969DA2F80}" type="pres">
      <dgm:prSet presAssocID="{89A8E044-6DD3-4C9E-A268-794223C52D97}" presName="space" presStyleCnt="0"/>
      <dgm:spPr/>
    </dgm:pt>
    <dgm:pt modelId="{1E0D62B2-2EAD-493B-8485-A9042FAA7191}" type="pres">
      <dgm:prSet presAssocID="{6E0FC592-39BE-42E1-9D73-64EBE20CEBB1}" presName="compositeB" presStyleCnt="0"/>
      <dgm:spPr/>
    </dgm:pt>
    <dgm:pt modelId="{E51B2F1B-DD98-44AB-A08E-FE35D4EC59FD}" type="pres">
      <dgm:prSet presAssocID="{6E0FC592-39BE-42E1-9D73-64EBE20CEBB1}" presName="textB" presStyleLbl="revTx" presStyleIdx="1" presStyleCnt="14">
        <dgm:presLayoutVars>
          <dgm:bulletEnabled val="1"/>
        </dgm:presLayoutVars>
      </dgm:prSet>
      <dgm:spPr/>
    </dgm:pt>
    <dgm:pt modelId="{A5254795-D619-4497-9A8D-EC7EB5D0FA3A}" type="pres">
      <dgm:prSet presAssocID="{6E0FC592-39BE-42E1-9D73-64EBE20CEBB1}" presName="circleB" presStyleLbl="node1" presStyleIdx="1" presStyleCnt="14"/>
      <dgm:spPr/>
    </dgm:pt>
    <dgm:pt modelId="{7F637207-03CF-4CFC-A0BE-80488AAC4F61}" type="pres">
      <dgm:prSet presAssocID="{6E0FC592-39BE-42E1-9D73-64EBE20CEBB1}" presName="spaceB" presStyleCnt="0"/>
      <dgm:spPr/>
    </dgm:pt>
    <dgm:pt modelId="{EC4D7447-677F-4EFD-9B9E-D0E9A392F693}" type="pres">
      <dgm:prSet presAssocID="{1FF919CA-3447-4ADE-AD85-C1BEBE103E2D}" presName="space" presStyleCnt="0"/>
      <dgm:spPr/>
    </dgm:pt>
    <dgm:pt modelId="{9566A1D3-7F13-433B-B089-E15D64D9BEBF}" type="pres">
      <dgm:prSet presAssocID="{DF2DCE73-60CF-4494-B212-75F5E0A40ECF}" presName="compositeA" presStyleCnt="0"/>
      <dgm:spPr/>
    </dgm:pt>
    <dgm:pt modelId="{D1CDB62E-6AA5-4ECF-A794-FB7DC3ABA9AC}" type="pres">
      <dgm:prSet presAssocID="{DF2DCE73-60CF-4494-B212-75F5E0A40ECF}" presName="textA" presStyleLbl="revTx" presStyleIdx="2" presStyleCnt="14">
        <dgm:presLayoutVars>
          <dgm:bulletEnabled val="1"/>
        </dgm:presLayoutVars>
      </dgm:prSet>
      <dgm:spPr/>
    </dgm:pt>
    <dgm:pt modelId="{5D4C9280-A0F7-4CC8-AA2B-BA9F7E696FC1}" type="pres">
      <dgm:prSet presAssocID="{DF2DCE73-60CF-4494-B212-75F5E0A40ECF}" presName="circleA" presStyleLbl="node1" presStyleIdx="2" presStyleCnt="14"/>
      <dgm:spPr/>
    </dgm:pt>
    <dgm:pt modelId="{A180E950-3E2F-4578-9207-C0D04F0DDCB7}" type="pres">
      <dgm:prSet presAssocID="{DF2DCE73-60CF-4494-B212-75F5E0A40ECF}" presName="spaceA" presStyleCnt="0"/>
      <dgm:spPr/>
    </dgm:pt>
    <dgm:pt modelId="{F4ABB3A8-A456-4746-81AA-51FE03736239}" type="pres">
      <dgm:prSet presAssocID="{EB0DF9DB-47E9-4787-AADC-D365528E73FB}" presName="space" presStyleCnt="0"/>
      <dgm:spPr/>
    </dgm:pt>
    <dgm:pt modelId="{823AA07A-C96D-4C23-943C-11C8F135830D}" type="pres">
      <dgm:prSet presAssocID="{02EB04C5-C356-4872-9F08-5F5F6A5C50DC}" presName="compositeB" presStyleCnt="0"/>
      <dgm:spPr/>
    </dgm:pt>
    <dgm:pt modelId="{4F4A110C-7747-4955-84CA-9CC349161AC2}" type="pres">
      <dgm:prSet presAssocID="{02EB04C5-C356-4872-9F08-5F5F6A5C50DC}" presName="textB" presStyleLbl="revTx" presStyleIdx="3" presStyleCnt="14">
        <dgm:presLayoutVars>
          <dgm:bulletEnabled val="1"/>
        </dgm:presLayoutVars>
      </dgm:prSet>
      <dgm:spPr/>
    </dgm:pt>
    <dgm:pt modelId="{228056F0-2876-4FCB-86C0-4F856117D570}" type="pres">
      <dgm:prSet presAssocID="{02EB04C5-C356-4872-9F08-5F5F6A5C50DC}" presName="circleB" presStyleLbl="node1" presStyleIdx="3" presStyleCnt="14"/>
      <dgm:spPr/>
    </dgm:pt>
    <dgm:pt modelId="{574A1F94-7843-4D33-9AA4-20EEC4EF6ED6}" type="pres">
      <dgm:prSet presAssocID="{02EB04C5-C356-4872-9F08-5F5F6A5C50DC}" presName="spaceB" presStyleCnt="0"/>
      <dgm:spPr/>
    </dgm:pt>
    <dgm:pt modelId="{F63DAA78-3479-4511-949C-219183FA961C}" type="pres">
      <dgm:prSet presAssocID="{3A0AA1B6-B5F8-457B-8669-0692B11E222A}" presName="space" presStyleCnt="0"/>
      <dgm:spPr/>
    </dgm:pt>
    <dgm:pt modelId="{41211283-DBE6-4998-8BBB-600C10D51C7C}" type="pres">
      <dgm:prSet presAssocID="{1219BF2D-EF7B-4F98-9045-7BE36E96A65D}" presName="compositeA" presStyleCnt="0"/>
      <dgm:spPr/>
    </dgm:pt>
    <dgm:pt modelId="{44EA16B0-1979-4983-9074-D4A26ACE2AC7}" type="pres">
      <dgm:prSet presAssocID="{1219BF2D-EF7B-4F98-9045-7BE36E96A65D}" presName="textA" presStyleLbl="revTx" presStyleIdx="4" presStyleCnt="14">
        <dgm:presLayoutVars>
          <dgm:bulletEnabled val="1"/>
        </dgm:presLayoutVars>
      </dgm:prSet>
      <dgm:spPr/>
    </dgm:pt>
    <dgm:pt modelId="{2136133D-2AAE-417C-8638-AD9DD2A84B85}" type="pres">
      <dgm:prSet presAssocID="{1219BF2D-EF7B-4F98-9045-7BE36E96A65D}" presName="circleA" presStyleLbl="node1" presStyleIdx="4" presStyleCnt="14"/>
      <dgm:spPr/>
    </dgm:pt>
    <dgm:pt modelId="{0F40E09E-0576-48A9-AC15-D19F146178C1}" type="pres">
      <dgm:prSet presAssocID="{1219BF2D-EF7B-4F98-9045-7BE36E96A65D}" presName="spaceA" presStyleCnt="0"/>
      <dgm:spPr/>
    </dgm:pt>
    <dgm:pt modelId="{7D2FF725-9BE4-4527-B1AD-868A97994B2E}" type="pres">
      <dgm:prSet presAssocID="{00C6B314-76AA-48D8-9A6F-6F3C6C484071}" presName="space" presStyleCnt="0"/>
      <dgm:spPr/>
    </dgm:pt>
    <dgm:pt modelId="{B12F878F-8AD4-4A69-9DAD-150CA597ECE8}" type="pres">
      <dgm:prSet presAssocID="{6E52DDA2-A65A-4F79-9495-27064C6DD251}" presName="compositeB" presStyleCnt="0"/>
      <dgm:spPr/>
    </dgm:pt>
    <dgm:pt modelId="{F18E6B9D-4921-431A-A532-1F31B212596D}" type="pres">
      <dgm:prSet presAssocID="{6E52DDA2-A65A-4F79-9495-27064C6DD251}" presName="textB" presStyleLbl="revTx" presStyleIdx="5" presStyleCnt="14">
        <dgm:presLayoutVars>
          <dgm:bulletEnabled val="1"/>
        </dgm:presLayoutVars>
      </dgm:prSet>
      <dgm:spPr/>
    </dgm:pt>
    <dgm:pt modelId="{A07B39AF-CFDD-48F6-99B5-5AB2CF4E6629}" type="pres">
      <dgm:prSet presAssocID="{6E52DDA2-A65A-4F79-9495-27064C6DD251}" presName="circleB" presStyleLbl="node1" presStyleIdx="5" presStyleCnt="14"/>
      <dgm:spPr/>
    </dgm:pt>
    <dgm:pt modelId="{C5718536-E153-4DF3-8D53-0A16C60EF37B}" type="pres">
      <dgm:prSet presAssocID="{6E52DDA2-A65A-4F79-9495-27064C6DD251}" presName="spaceB" presStyleCnt="0"/>
      <dgm:spPr/>
    </dgm:pt>
    <dgm:pt modelId="{5804F61B-B240-4B99-9A47-FD8419793D1A}" type="pres">
      <dgm:prSet presAssocID="{CAA28922-3BE4-4B9F-979F-3F3D2D44B95C}" presName="space" presStyleCnt="0"/>
      <dgm:spPr/>
    </dgm:pt>
    <dgm:pt modelId="{BCE46E56-271F-4702-8349-1006768E8E9F}" type="pres">
      <dgm:prSet presAssocID="{2531699A-CBFE-41A7-BD5A-2A0CFDB9952E}" presName="compositeA" presStyleCnt="0"/>
      <dgm:spPr/>
    </dgm:pt>
    <dgm:pt modelId="{95B3E740-B67A-4A73-A97A-B34B3FC18B6A}" type="pres">
      <dgm:prSet presAssocID="{2531699A-CBFE-41A7-BD5A-2A0CFDB9952E}" presName="textA" presStyleLbl="revTx" presStyleIdx="6" presStyleCnt="14">
        <dgm:presLayoutVars>
          <dgm:bulletEnabled val="1"/>
        </dgm:presLayoutVars>
      </dgm:prSet>
      <dgm:spPr/>
    </dgm:pt>
    <dgm:pt modelId="{69744F8A-733A-4F48-969E-7B1AD216846A}" type="pres">
      <dgm:prSet presAssocID="{2531699A-CBFE-41A7-BD5A-2A0CFDB9952E}" presName="circleA" presStyleLbl="node1" presStyleIdx="6" presStyleCnt="14"/>
      <dgm:spPr/>
    </dgm:pt>
    <dgm:pt modelId="{9625037E-CD41-44D3-8EBB-F613D0682557}" type="pres">
      <dgm:prSet presAssocID="{2531699A-CBFE-41A7-BD5A-2A0CFDB9952E}" presName="spaceA" presStyleCnt="0"/>
      <dgm:spPr/>
    </dgm:pt>
    <dgm:pt modelId="{6EE28554-7732-41E0-94A6-514D37FC48C0}" type="pres">
      <dgm:prSet presAssocID="{B8C09882-BB59-4A28-AC0A-8A94B3983E13}" presName="space" presStyleCnt="0"/>
      <dgm:spPr/>
    </dgm:pt>
    <dgm:pt modelId="{B4DBEF41-3994-442C-8DF3-A450892182B2}" type="pres">
      <dgm:prSet presAssocID="{4F2E94C9-69E2-405A-8101-9715AC6DC858}" presName="compositeB" presStyleCnt="0"/>
      <dgm:spPr/>
    </dgm:pt>
    <dgm:pt modelId="{5B7AFDC1-3FF6-4879-B36E-3089D89937B7}" type="pres">
      <dgm:prSet presAssocID="{4F2E94C9-69E2-405A-8101-9715AC6DC858}" presName="textB" presStyleLbl="revTx" presStyleIdx="7" presStyleCnt="14">
        <dgm:presLayoutVars>
          <dgm:bulletEnabled val="1"/>
        </dgm:presLayoutVars>
      </dgm:prSet>
      <dgm:spPr/>
    </dgm:pt>
    <dgm:pt modelId="{1B658DF9-F472-4071-8B4E-2F9AD01886D2}" type="pres">
      <dgm:prSet presAssocID="{4F2E94C9-69E2-405A-8101-9715AC6DC858}" presName="circleB" presStyleLbl="node1" presStyleIdx="7" presStyleCnt="14"/>
      <dgm:spPr/>
    </dgm:pt>
    <dgm:pt modelId="{8A5FA737-96D4-48E9-A6D1-B485C1AC9ED9}" type="pres">
      <dgm:prSet presAssocID="{4F2E94C9-69E2-405A-8101-9715AC6DC858}" presName="spaceB" presStyleCnt="0"/>
      <dgm:spPr/>
    </dgm:pt>
    <dgm:pt modelId="{8558C2C8-0518-4C7A-8E9C-289D7C931214}" type="pres">
      <dgm:prSet presAssocID="{205C9114-AADE-4F12-96EC-AE55B0AD2134}" presName="space" presStyleCnt="0"/>
      <dgm:spPr/>
    </dgm:pt>
    <dgm:pt modelId="{DC26BCD0-3AF6-4384-8C62-00CEB7CD8652}" type="pres">
      <dgm:prSet presAssocID="{1697395E-F2D9-400C-A9BA-612C15AD5EAC}" presName="compositeA" presStyleCnt="0"/>
      <dgm:spPr/>
    </dgm:pt>
    <dgm:pt modelId="{2F42F162-516E-48F7-BD35-C850A9B8EF4C}" type="pres">
      <dgm:prSet presAssocID="{1697395E-F2D9-400C-A9BA-612C15AD5EAC}" presName="textA" presStyleLbl="revTx" presStyleIdx="8" presStyleCnt="14">
        <dgm:presLayoutVars>
          <dgm:bulletEnabled val="1"/>
        </dgm:presLayoutVars>
      </dgm:prSet>
      <dgm:spPr/>
    </dgm:pt>
    <dgm:pt modelId="{8BF798E4-19A5-47A5-AC2D-81ECC6BF257C}" type="pres">
      <dgm:prSet presAssocID="{1697395E-F2D9-400C-A9BA-612C15AD5EAC}" presName="circleA" presStyleLbl="node1" presStyleIdx="8" presStyleCnt="14"/>
      <dgm:spPr/>
    </dgm:pt>
    <dgm:pt modelId="{9FCAC4A7-D53E-46AA-9F4B-09B03ACF9C89}" type="pres">
      <dgm:prSet presAssocID="{1697395E-F2D9-400C-A9BA-612C15AD5EAC}" presName="spaceA" presStyleCnt="0"/>
      <dgm:spPr/>
    </dgm:pt>
    <dgm:pt modelId="{5C851598-F773-4E06-922F-908DDD8B7055}" type="pres">
      <dgm:prSet presAssocID="{4FC2A94B-7F53-4DCA-9921-B25EFF232DC6}" presName="space" presStyleCnt="0"/>
      <dgm:spPr/>
    </dgm:pt>
    <dgm:pt modelId="{E19E1428-112D-40A1-8A6C-96F4C5BDE4B1}" type="pres">
      <dgm:prSet presAssocID="{F51F316B-B6A0-41CA-973F-D08461CC916B}" presName="compositeB" presStyleCnt="0"/>
      <dgm:spPr/>
    </dgm:pt>
    <dgm:pt modelId="{6FC8609F-17DF-4B93-B517-5A5ABCF3C729}" type="pres">
      <dgm:prSet presAssocID="{F51F316B-B6A0-41CA-973F-D08461CC916B}" presName="textB" presStyleLbl="revTx" presStyleIdx="9" presStyleCnt="14">
        <dgm:presLayoutVars>
          <dgm:bulletEnabled val="1"/>
        </dgm:presLayoutVars>
      </dgm:prSet>
      <dgm:spPr/>
    </dgm:pt>
    <dgm:pt modelId="{223306D6-4D58-42E0-AFC6-87DCE5EF1529}" type="pres">
      <dgm:prSet presAssocID="{F51F316B-B6A0-41CA-973F-D08461CC916B}" presName="circleB" presStyleLbl="node1" presStyleIdx="9" presStyleCnt="14"/>
      <dgm:spPr/>
    </dgm:pt>
    <dgm:pt modelId="{22A93BB3-EDAF-4067-991D-FDB23177B633}" type="pres">
      <dgm:prSet presAssocID="{F51F316B-B6A0-41CA-973F-D08461CC916B}" presName="spaceB" presStyleCnt="0"/>
      <dgm:spPr/>
    </dgm:pt>
    <dgm:pt modelId="{BFEEFBE1-1E84-4A54-B93D-9B2FCB4E4553}" type="pres">
      <dgm:prSet presAssocID="{7396C62D-AECE-45CA-9CF2-2CE88EF22029}" presName="space" presStyleCnt="0"/>
      <dgm:spPr/>
    </dgm:pt>
    <dgm:pt modelId="{74D2DBD3-1566-44AC-9118-184A1900B114}" type="pres">
      <dgm:prSet presAssocID="{DBD56872-AB35-43A1-AE44-F9D79BF31F12}" presName="compositeA" presStyleCnt="0"/>
      <dgm:spPr/>
    </dgm:pt>
    <dgm:pt modelId="{70CFFA8B-46FB-416E-9048-7753234CA4DB}" type="pres">
      <dgm:prSet presAssocID="{DBD56872-AB35-43A1-AE44-F9D79BF31F12}" presName="textA" presStyleLbl="revTx" presStyleIdx="10" presStyleCnt="14">
        <dgm:presLayoutVars>
          <dgm:bulletEnabled val="1"/>
        </dgm:presLayoutVars>
      </dgm:prSet>
      <dgm:spPr/>
    </dgm:pt>
    <dgm:pt modelId="{CB788FF2-253B-4624-8D03-FBA98AED4F00}" type="pres">
      <dgm:prSet presAssocID="{DBD56872-AB35-43A1-AE44-F9D79BF31F12}" presName="circleA" presStyleLbl="node1" presStyleIdx="10" presStyleCnt="14"/>
      <dgm:spPr/>
    </dgm:pt>
    <dgm:pt modelId="{7903F915-72C2-4379-9D05-C95540FFE784}" type="pres">
      <dgm:prSet presAssocID="{DBD56872-AB35-43A1-AE44-F9D79BF31F12}" presName="spaceA" presStyleCnt="0"/>
      <dgm:spPr/>
    </dgm:pt>
    <dgm:pt modelId="{8BAAE255-51FE-4C8B-B211-31599EA96B27}" type="pres">
      <dgm:prSet presAssocID="{EAFF2C38-FE0E-4665-B78A-BF6C7BDDC98C}" presName="space" presStyleCnt="0"/>
      <dgm:spPr/>
    </dgm:pt>
    <dgm:pt modelId="{8E872B2F-0407-4546-978B-C59F3ABA621B}" type="pres">
      <dgm:prSet presAssocID="{2F4F0BAB-9250-4698-BFB3-19C2F870CCB6}" presName="compositeB" presStyleCnt="0"/>
      <dgm:spPr/>
    </dgm:pt>
    <dgm:pt modelId="{1DDB35A9-85BB-42DC-8085-F69D9B133684}" type="pres">
      <dgm:prSet presAssocID="{2F4F0BAB-9250-4698-BFB3-19C2F870CCB6}" presName="textB" presStyleLbl="revTx" presStyleIdx="11" presStyleCnt="14">
        <dgm:presLayoutVars>
          <dgm:bulletEnabled val="1"/>
        </dgm:presLayoutVars>
      </dgm:prSet>
      <dgm:spPr/>
    </dgm:pt>
    <dgm:pt modelId="{3EBFA38B-37A6-499E-92FE-C3B46D031B37}" type="pres">
      <dgm:prSet presAssocID="{2F4F0BAB-9250-4698-BFB3-19C2F870CCB6}" presName="circleB" presStyleLbl="node1" presStyleIdx="11" presStyleCnt="14"/>
      <dgm:spPr/>
    </dgm:pt>
    <dgm:pt modelId="{273C4656-E3A3-4A1F-B82D-6AC06B3D8607}" type="pres">
      <dgm:prSet presAssocID="{2F4F0BAB-9250-4698-BFB3-19C2F870CCB6}" presName="spaceB" presStyleCnt="0"/>
      <dgm:spPr/>
    </dgm:pt>
    <dgm:pt modelId="{565E92ED-697F-4FA7-9310-87015DB459C6}" type="pres">
      <dgm:prSet presAssocID="{463A0E45-A467-4E96-B3D7-E34314720DA7}" presName="space" presStyleCnt="0"/>
      <dgm:spPr/>
    </dgm:pt>
    <dgm:pt modelId="{11997A5B-F2E7-4086-8D68-B8EB1ACB23FA}" type="pres">
      <dgm:prSet presAssocID="{0A1BAA65-350D-42AB-8693-DBCFEFFBE727}" presName="compositeA" presStyleCnt="0"/>
      <dgm:spPr/>
    </dgm:pt>
    <dgm:pt modelId="{24AC4DE4-607D-4174-AD8D-495EF6CC0ED3}" type="pres">
      <dgm:prSet presAssocID="{0A1BAA65-350D-42AB-8693-DBCFEFFBE727}" presName="textA" presStyleLbl="revTx" presStyleIdx="12" presStyleCnt="14">
        <dgm:presLayoutVars>
          <dgm:bulletEnabled val="1"/>
        </dgm:presLayoutVars>
      </dgm:prSet>
      <dgm:spPr/>
    </dgm:pt>
    <dgm:pt modelId="{ADB74BA8-6A66-4AB4-A1F2-9411557F2CF0}" type="pres">
      <dgm:prSet presAssocID="{0A1BAA65-350D-42AB-8693-DBCFEFFBE727}" presName="circleA" presStyleLbl="node1" presStyleIdx="12" presStyleCnt="14"/>
      <dgm:spPr/>
    </dgm:pt>
    <dgm:pt modelId="{ABE73EFE-51B4-45F2-A941-C31683C02160}" type="pres">
      <dgm:prSet presAssocID="{0A1BAA65-350D-42AB-8693-DBCFEFFBE727}" presName="spaceA" presStyleCnt="0"/>
      <dgm:spPr/>
    </dgm:pt>
    <dgm:pt modelId="{EFEF9240-5473-403C-A21A-D26B8A554B4A}" type="pres">
      <dgm:prSet presAssocID="{CDEB04AF-4CCC-42D2-BE89-16F0812DF59C}" presName="space" presStyleCnt="0"/>
      <dgm:spPr/>
    </dgm:pt>
    <dgm:pt modelId="{3E3E97E3-F737-4490-BF54-F7DA238C6446}" type="pres">
      <dgm:prSet presAssocID="{96108E62-12D8-49E5-9DC7-B7F4FBD5E671}" presName="compositeB" presStyleCnt="0"/>
      <dgm:spPr/>
    </dgm:pt>
    <dgm:pt modelId="{7520D75A-09DD-46B3-A8ED-BC4A8934A6EA}" type="pres">
      <dgm:prSet presAssocID="{96108E62-12D8-49E5-9DC7-B7F4FBD5E671}" presName="textB" presStyleLbl="revTx" presStyleIdx="13" presStyleCnt="14">
        <dgm:presLayoutVars>
          <dgm:bulletEnabled val="1"/>
        </dgm:presLayoutVars>
      </dgm:prSet>
      <dgm:spPr/>
    </dgm:pt>
    <dgm:pt modelId="{E75F3C0A-EB8E-4B3A-B675-B54FFE835D9E}" type="pres">
      <dgm:prSet presAssocID="{96108E62-12D8-49E5-9DC7-B7F4FBD5E671}" presName="circleB" presStyleLbl="node1" presStyleIdx="13" presStyleCnt="14"/>
      <dgm:spPr/>
    </dgm:pt>
    <dgm:pt modelId="{B2BB19D2-0BF8-4CF2-A1AC-07BB28D129B7}" type="pres">
      <dgm:prSet presAssocID="{96108E62-12D8-49E5-9DC7-B7F4FBD5E671}" presName="spaceB" presStyleCnt="0"/>
      <dgm:spPr/>
    </dgm:pt>
  </dgm:ptLst>
  <dgm:cxnLst>
    <dgm:cxn modelId="{BDD84302-F226-4C3F-9585-9B8CD6EECDD5}" srcId="{36882F53-5B46-410E-B281-D9C176F58EE0}" destId="{2F4F0BAB-9250-4698-BFB3-19C2F870CCB6}" srcOrd="11" destOrd="0" parTransId="{98D8BF87-1B7F-4583-8379-119E76B0E14A}" sibTransId="{463A0E45-A467-4E96-B3D7-E34314720DA7}"/>
    <dgm:cxn modelId="{D764A705-87B4-4C04-A4A0-621FC3F8065A}" srcId="{36882F53-5B46-410E-B281-D9C176F58EE0}" destId="{1219BF2D-EF7B-4F98-9045-7BE36E96A65D}" srcOrd="4" destOrd="0" parTransId="{6D47257E-2540-4DE6-B326-A46DE55BF1D2}" sibTransId="{00C6B314-76AA-48D8-9A6F-6F3C6C484071}"/>
    <dgm:cxn modelId="{FAC20F06-4A62-4B40-A260-64228DAA03E0}" type="presOf" srcId="{02EB04C5-C356-4872-9F08-5F5F6A5C50DC}" destId="{4F4A110C-7747-4955-84CA-9CC349161AC2}" srcOrd="0" destOrd="0" presId="urn:microsoft.com/office/officeart/2005/8/layout/hProcess11"/>
    <dgm:cxn modelId="{41AFAC1E-89E5-4112-BD72-7E1772790407}" type="presOf" srcId="{6E52DDA2-A65A-4F79-9495-27064C6DD251}" destId="{F18E6B9D-4921-431A-A532-1F31B212596D}" srcOrd="0" destOrd="0" presId="urn:microsoft.com/office/officeart/2005/8/layout/hProcess11"/>
    <dgm:cxn modelId="{CD428722-46CC-4BC1-8DAB-34BCACC6DD51}" type="presOf" srcId="{1697395E-F2D9-400C-A9BA-612C15AD5EAC}" destId="{2F42F162-516E-48F7-BD35-C850A9B8EF4C}" srcOrd="0" destOrd="0" presId="urn:microsoft.com/office/officeart/2005/8/layout/hProcess11"/>
    <dgm:cxn modelId="{9CA44428-D39C-41A5-9FAB-5BC1891F49A8}" type="presOf" srcId="{2F4F0BAB-9250-4698-BFB3-19C2F870CCB6}" destId="{1DDB35A9-85BB-42DC-8085-F69D9B133684}" srcOrd="0" destOrd="0" presId="urn:microsoft.com/office/officeart/2005/8/layout/hProcess11"/>
    <dgm:cxn modelId="{F75F8D2A-DD29-4100-B5C5-6BFCF3B38CBD}" srcId="{36882F53-5B46-410E-B281-D9C176F58EE0}" destId="{6E0FC592-39BE-42E1-9D73-64EBE20CEBB1}" srcOrd="1" destOrd="0" parTransId="{477C96CD-2FC7-4A7C-9CC0-CF37EC6AFDEA}" sibTransId="{1FF919CA-3447-4ADE-AD85-C1BEBE103E2D}"/>
    <dgm:cxn modelId="{05C49C2F-5C27-4FC9-95FC-E196268DD7AB}" type="presOf" srcId="{DF2DCE73-60CF-4494-B212-75F5E0A40ECF}" destId="{D1CDB62E-6AA5-4ECF-A794-FB7DC3ABA9AC}" srcOrd="0" destOrd="0" presId="urn:microsoft.com/office/officeart/2005/8/layout/hProcess11"/>
    <dgm:cxn modelId="{60769536-3B92-4A8B-B614-4C2B70C996D7}" type="presOf" srcId="{1219BF2D-EF7B-4F98-9045-7BE36E96A65D}" destId="{44EA16B0-1979-4983-9074-D4A26ACE2AC7}" srcOrd="0" destOrd="0" presId="urn:microsoft.com/office/officeart/2005/8/layout/hProcess11"/>
    <dgm:cxn modelId="{76FD543F-621E-4CD9-A2D8-5AA5945A1213}" srcId="{36882F53-5B46-410E-B281-D9C176F58EE0}" destId="{6E52DDA2-A65A-4F79-9495-27064C6DD251}" srcOrd="5" destOrd="0" parTransId="{60FD9228-6049-4889-BCBE-37166D7E0BA6}" sibTransId="{CAA28922-3BE4-4B9F-979F-3F3D2D44B95C}"/>
    <dgm:cxn modelId="{F455D863-C718-4316-8A43-F782F4DBDCCF}" type="presOf" srcId="{6E0FC592-39BE-42E1-9D73-64EBE20CEBB1}" destId="{E51B2F1B-DD98-44AB-A08E-FE35D4EC59FD}" srcOrd="0" destOrd="0" presId="urn:microsoft.com/office/officeart/2005/8/layout/hProcess11"/>
    <dgm:cxn modelId="{BABDE954-47EB-44B6-A39E-73FEFE9CDA5E}" srcId="{36882F53-5B46-410E-B281-D9C176F58EE0}" destId="{02EB04C5-C356-4872-9F08-5F5F6A5C50DC}" srcOrd="3" destOrd="0" parTransId="{429489A4-390E-4EB1-B068-8CB64AE9757A}" sibTransId="{3A0AA1B6-B5F8-457B-8669-0692B11E222A}"/>
    <dgm:cxn modelId="{FDD6825A-1D02-4A8F-BCE0-5902073A955E}" type="presOf" srcId="{F51F316B-B6A0-41CA-973F-D08461CC916B}" destId="{6FC8609F-17DF-4B93-B517-5A5ABCF3C729}" srcOrd="0" destOrd="0" presId="urn:microsoft.com/office/officeart/2005/8/layout/hProcess11"/>
    <dgm:cxn modelId="{04D3C67B-12A8-413B-9477-AFE88CB27479}" srcId="{36882F53-5B46-410E-B281-D9C176F58EE0}" destId="{DF2DCE73-60CF-4494-B212-75F5E0A40ECF}" srcOrd="2" destOrd="0" parTransId="{E8616D20-C45D-42AA-83EC-F84EAFABCA21}" sibTransId="{EB0DF9DB-47E9-4787-AADC-D365528E73FB}"/>
    <dgm:cxn modelId="{D53BC981-B051-4D3B-9106-E662F465B993}" srcId="{36882F53-5B46-410E-B281-D9C176F58EE0}" destId="{96108E62-12D8-49E5-9DC7-B7F4FBD5E671}" srcOrd="13" destOrd="0" parTransId="{D739A61E-8C45-432C-84A6-BEE512112E8F}" sibTransId="{CCA8DE0C-4F3C-42F6-922C-E7DC51A56744}"/>
    <dgm:cxn modelId="{13BA9C88-D3DC-4D11-8919-8FD38C0FF028}" srcId="{36882F53-5B46-410E-B281-D9C176F58EE0}" destId="{1697395E-F2D9-400C-A9BA-612C15AD5EAC}" srcOrd="8" destOrd="0" parTransId="{097D67A0-B62F-4394-B046-EA808F77A39A}" sibTransId="{4FC2A94B-7F53-4DCA-9921-B25EFF232DC6}"/>
    <dgm:cxn modelId="{68EDCE88-18ED-466B-B602-076AC8348E5E}" srcId="{36882F53-5B46-410E-B281-D9C176F58EE0}" destId="{F51F316B-B6A0-41CA-973F-D08461CC916B}" srcOrd="9" destOrd="0" parTransId="{714E514A-2F8B-45B3-A1D5-0B3773C13D31}" sibTransId="{7396C62D-AECE-45CA-9CF2-2CE88EF22029}"/>
    <dgm:cxn modelId="{02481A90-0E42-4DD2-8D3E-CBF0101C0631}" type="presOf" srcId="{36882F53-5B46-410E-B281-D9C176F58EE0}" destId="{ACFFD8D5-E0F5-490A-81C8-B497FFB3D574}" srcOrd="0" destOrd="0" presId="urn:microsoft.com/office/officeart/2005/8/layout/hProcess11"/>
    <dgm:cxn modelId="{87E1EA90-0B28-494E-A3DA-236D2A1FD90B}" srcId="{36882F53-5B46-410E-B281-D9C176F58EE0}" destId="{2531699A-CBFE-41A7-BD5A-2A0CFDB9952E}" srcOrd="6" destOrd="0" parTransId="{537D9162-2155-40EC-B1DE-4E0C55B9F127}" sibTransId="{B8C09882-BB59-4A28-AC0A-8A94B3983E13}"/>
    <dgm:cxn modelId="{6199899B-3243-46A9-8354-6AFDF96FEE27}" srcId="{36882F53-5B46-410E-B281-D9C176F58EE0}" destId="{DBD56872-AB35-43A1-AE44-F9D79BF31F12}" srcOrd="10" destOrd="0" parTransId="{26E9CE4C-E893-4E60-B547-9842F3B9EAEE}" sibTransId="{EAFF2C38-FE0E-4665-B78A-BF6C7BDDC98C}"/>
    <dgm:cxn modelId="{250F2EA9-4B53-4BA6-AAF8-037388866A0F}" type="presOf" srcId="{DBD56872-AB35-43A1-AE44-F9D79BF31F12}" destId="{70CFFA8B-46FB-416E-9048-7753234CA4DB}" srcOrd="0" destOrd="0" presId="urn:microsoft.com/office/officeart/2005/8/layout/hProcess11"/>
    <dgm:cxn modelId="{854100AF-1C5B-4F0E-A8C6-0765CB166AE5}" type="presOf" srcId="{4F2E94C9-69E2-405A-8101-9715AC6DC858}" destId="{5B7AFDC1-3FF6-4879-B36E-3089D89937B7}" srcOrd="0" destOrd="0" presId="urn:microsoft.com/office/officeart/2005/8/layout/hProcess11"/>
    <dgm:cxn modelId="{D20D52BE-15D2-402E-B9D2-54845B1673C3}" srcId="{36882F53-5B46-410E-B281-D9C176F58EE0}" destId="{0A1BAA65-350D-42AB-8693-DBCFEFFBE727}" srcOrd="12" destOrd="0" parTransId="{953EE0B4-2410-4392-95FB-2380BD0BF3A7}" sibTransId="{CDEB04AF-4CCC-42D2-BE89-16F0812DF59C}"/>
    <dgm:cxn modelId="{78BEB7C3-A2B4-4F61-9EEE-AD206D2AF0EB}" type="presOf" srcId="{0A1BAA65-350D-42AB-8693-DBCFEFFBE727}" destId="{24AC4DE4-607D-4174-AD8D-495EF6CC0ED3}" srcOrd="0" destOrd="0" presId="urn:microsoft.com/office/officeart/2005/8/layout/hProcess11"/>
    <dgm:cxn modelId="{81F8B6CB-C136-4138-9ED8-FC1FA0937501}" type="presOf" srcId="{96108E62-12D8-49E5-9DC7-B7F4FBD5E671}" destId="{7520D75A-09DD-46B3-A8ED-BC4A8934A6EA}" srcOrd="0" destOrd="0" presId="urn:microsoft.com/office/officeart/2005/8/layout/hProcess11"/>
    <dgm:cxn modelId="{318120D6-F7FA-4131-BCFC-48F4EEFE1586}" type="presOf" srcId="{2531699A-CBFE-41A7-BD5A-2A0CFDB9952E}" destId="{95B3E740-B67A-4A73-A97A-B34B3FC18B6A}" srcOrd="0" destOrd="0" presId="urn:microsoft.com/office/officeart/2005/8/layout/hProcess11"/>
    <dgm:cxn modelId="{0237C6D9-1BDC-4197-90D7-2AA84E176041}" srcId="{36882F53-5B46-410E-B281-D9C176F58EE0}" destId="{B469A5B1-F82B-492B-94FA-24A3A9971077}" srcOrd="0" destOrd="0" parTransId="{F1D94EC9-2E19-4B1F-AEB2-C772A2390A2D}" sibTransId="{89A8E044-6DD3-4C9E-A268-794223C52D97}"/>
    <dgm:cxn modelId="{81DAC5F0-2EC4-4E3F-9C45-CA5358E2BFB0}" type="presOf" srcId="{B469A5B1-F82B-492B-94FA-24A3A9971077}" destId="{8944A6C5-2EA3-4685-B951-531C0EF53D73}" srcOrd="0" destOrd="0" presId="urn:microsoft.com/office/officeart/2005/8/layout/hProcess11"/>
    <dgm:cxn modelId="{85E87BF6-C698-4D7E-8F6F-0B15470B9D2F}" srcId="{36882F53-5B46-410E-B281-D9C176F58EE0}" destId="{4F2E94C9-69E2-405A-8101-9715AC6DC858}" srcOrd="7" destOrd="0" parTransId="{D3765389-BED3-47D2-8FA6-BF09765CC113}" sibTransId="{205C9114-AADE-4F12-96EC-AE55B0AD2134}"/>
    <dgm:cxn modelId="{2575B9ED-6B71-4933-8C0C-289320AC12CB}" type="presParOf" srcId="{ACFFD8D5-E0F5-490A-81C8-B497FFB3D574}" destId="{FB276FF6-89D2-4E5D-8DE9-DB5AB8FA9CB4}" srcOrd="0" destOrd="0" presId="urn:microsoft.com/office/officeart/2005/8/layout/hProcess11"/>
    <dgm:cxn modelId="{0DBEB19D-E38C-45DE-AE1A-A07CFC27C1BE}" type="presParOf" srcId="{ACFFD8D5-E0F5-490A-81C8-B497FFB3D574}" destId="{0862B882-2731-4AC3-9C3A-525673275B41}" srcOrd="1" destOrd="0" presId="urn:microsoft.com/office/officeart/2005/8/layout/hProcess11"/>
    <dgm:cxn modelId="{43D7FA08-C7B7-4057-B51B-4B10830DBF69}" type="presParOf" srcId="{0862B882-2731-4AC3-9C3A-525673275B41}" destId="{5BD49148-8B60-4AA2-93E1-CBF5AEEDC8CC}" srcOrd="0" destOrd="0" presId="urn:microsoft.com/office/officeart/2005/8/layout/hProcess11"/>
    <dgm:cxn modelId="{E92A5392-7981-4E66-A462-49A17FC48BEC}" type="presParOf" srcId="{5BD49148-8B60-4AA2-93E1-CBF5AEEDC8CC}" destId="{8944A6C5-2EA3-4685-B951-531C0EF53D73}" srcOrd="0" destOrd="0" presId="urn:microsoft.com/office/officeart/2005/8/layout/hProcess11"/>
    <dgm:cxn modelId="{DBFE6754-3945-40A3-A38A-334F3112F1FB}" type="presParOf" srcId="{5BD49148-8B60-4AA2-93E1-CBF5AEEDC8CC}" destId="{B1221131-EFB3-49C2-9659-ECBDBD9F6C80}" srcOrd="1" destOrd="0" presId="urn:microsoft.com/office/officeart/2005/8/layout/hProcess11"/>
    <dgm:cxn modelId="{977CF904-25AD-4C62-8B69-0D417C11A1E7}" type="presParOf" srcId="{5BD49148-8B60-4AA2-93E1-CBF5AEEDC8CC}" destId="{CC5AE6DE-CB15-401E-94DB-29E91C075843}" srcOrd="2" destOrd="0" presId="urn:microsoft.com/office/officeart/2005/8/layout/hProcess11"/>
    <dgm:cxn modelId="{CEB8A758-59AA-43C9-86EB-9F86299E7838}" type="presParOf" srcId="{0862B882-2731-4AC3-9C3A-525673275B41}" destId="{5244934D-4C13-4F4A-8561-622969DA2F80}" srcOrd="1" destOrd="0" presId="urn:microsoft.com/office/officeart/2005/8/layout/hProcess11"/>
    <dgm:cxn modelId="{DCCC50DA-3E5F-4DA0-A3D0-9D0A4E6CF904}" type="presParOf" srcId="{0862B882-2731-4AC3-9C3A-525673275B41}" destId="{1E0D62B2-2EAD-493B-8485-A9042FAA7191}" srcOrd="2" destOrd="0" presId="urn:microsoft.com/office/officeart/2005/8/layout/hProcess11"/>
    <dgm:cxn modelId="{037F3CFC-C81C-43F2-B483-420D253D5647}" type="presParOf" srcId="{1E0D62B2-2EAD-493B-8485-A9042FAA7191}" destId="{E51B2F1B-DD98-44AB-A08E-FE35D4EC59FD}" srcOrd="0" destOrd="0" presId="urn:microsoft.com/office/officeart/2005/8/layout/hProcess11"/>
    <dgm:cxn modelId="{6747EE3C-5B22-4378-A904-D0B98FF11BB4}" type="presParOf" srcId="{1E0D62B2-2EAD-493B-8485-A9042FAA7191}" destId="{A5254795-D619-4497-9A8D-EC7EB5D0FA3A}" srcOrd="1" destOrd="0" presId="urn:microsoft.com/office/officeart/2005/8/layout/hProcess11"/>
    <dgm:cxn modelId="{2C25B6A3-14C9-4E36-9D0F-9A81AF1FC85B}" type="presParOf" srcId="{1E0D62B2-2EAD-493B-8485-A9042FAA7191}" destId="{7F637207-03CF-4CFC-A0BE-80488AAC4F61}" srcOrd="2" destOrd="0" presId="urn:microsoft.com/office/officeart/2005/8/layout/hProcess11"/>
    <dgm:cxn modelId="{30CDD1B4-22D4-43E2-A5DF-66D921E09975}" type="presParOf" srcId="{0862B882-2731-4AC3-9C3A-525673275B41}" destId="{EC4D7447-677F-4EFD-9B9E-D0E9A392F693}" srcOrd="3" destOrd="0" presId="urn:microsoft.com/office/officeart/2005/8/layout/hProcess11"/>
    <dgm:cxn modelId="{5E46F9DC-1B69-4123-8625-36DB8C7071BC}" type="presParOf" srcId="{0862B882-2731-4AC3-9C3A-525673275B41}" destId="{9566A1D3-7F13-433B-B089-E15D64D9BEBF}" srcOrd="4" destOrd="0" presId="urn:microsoft.com/office/officeart/2005/8/layout/hProcess11"/>
    <dgm:cxn modelId="{D2D9CA91-C527-41CC-96E0-F1B9FE9832AF}" type="presParOf" srcId="{9566A1D3-7F13-433B-B089-E15D64D9BEBF}" destId="{D1CDB62E-6AA5-4ECF-A794-FB7DC3ABA9AC}" srcOrd="0" destOrd="0" presId="urn:microsoft.com/office/officeart/2005/8/layout/hProcess11"/>
    <dgm:cxn modelId="{6E630B6C-2D6F-48F5-AD70-8331D7827CA9}" type="presParOf" srcId="{9566A1D3-7F13-433B-B089-E15D64D9BEBF}" destId="{5D4C9280-A0F7-4CC8-AA2B-BA9F7E696FC1}" srcOrd="1" destOrd="0" presId="urn:microsoft.com/office/officeart/2005/8/layout/hProcess11"/>
    <dgm:cxn modelId="{1632B64C-E504-4FC8-A5D1-6ADE7558710C}" type="presParOf" srcId="{9566A1D3-7F13-433B-B089-E15D64D9BEBF}" destId="{A180E950-3E2F-4578-9207-C0D04F0DDCB7}" srcOrd="2" destOrd="0" presId="urn:microsoft.com/office/officeart/2005/8/layout/hProcess11"/>
    <dgm:cxn modelId="{FBDBB9F3-EFF8-41D7-AC47-F870462EB147}" type="presParOf" srcId="{0862B882-2731-4AC3-9C3A-525673275B41}" destId="{F4ABB3A8-A456-4746-81AA-51FE03736239}" srcOrd="5" destOrd="0" presId="urn:microsoft.com/office/officeart/2005/8/layout/hProcess11"/>
    <dgm:cxn modelId="{403D6A5A-8BF4-4C82-80EB-9C7CAAF6CAE1}" type="presParOf" srcId="{0862B882-2731-4AC3-9C3A-525673275B41}" destId="{823AA07A-C96D-4C23-943C-11C8F135830D}" srcOrd="6" destOrd="0" presId="urn:microsoft.com/office/officeart/2005/8/layout/hProcess11"/>
    <dgm:cxn modelId="{7E586C10-D5DD-4EC7-BFD2-6961F18B567A}" type="presParOf" srcId="{823AA07A-C96D-4C23-943C-11C8F135830D}" destId="{4F4A110C-7747-4955-84CA-9CC349161AC2}" srcOrd="0" destOrd="0" presId="urn:microsoft.com/office/officeart/2005/8/layout/hProcess11"/>
    <dgm:cxn modelId="{CF5A2DD5-910C-4C57-B68D-5BC0E86818E9}" type="presParOf" srcId="{823AA07A-C96D-4C23-943C-11C8F135830D}" destId="{228056F0-2876-4FCB-86C0-4F856117D570}" srcOrd="1" destOrd="0" presId="urn:microsoft.com/office/officeart/2005/8/layout/hProcess11"/>
    <dgm:cxn modelId="{6AF96626-BC5B-4066-BADD-05ACD5602F22}" type="presParOf" srcId="{823AA07A-C96D-4C23-943C-11C8F135830D}" destId="{574A1F94-7843-4D33-9AA4-20EEC4EF6ED6}" srcOrd="2" destOrd="0" presId="urn:microsoft.com/office/officeart/2005/8/layout/hProcess11"/>
    <dgm:cxn modelId="{D5C2E24F-5082-4A54-9FF0-2756D2CC8121}" type="presParOf" srcId="{0862B882-2731-4AC3-9C3A-525673275B41}" destId="{F63DAA78-3479-4511-949C-219183FA961C}" srcOrd="7" destOrd="0" presId="urn:microsoft.com/office/officeart/2005/8/layout/hProcess11"/>
    <dgm:cxn modelId="{7E65AE2F-CDC9-48CF-8022-87B336AA581F}" type="presParOf" srcId="{0862B882-2731-4AC3-9C3A-525673275B41}" destId="{41211283-DBE6-4998-8BBB-600C10D51C7C}" srcOrd="8" destOrd="0" presId="urn:microsoft.com/office/officeart/2005/8/layout/hProcess11"/>
    <dgm:cxn modelId="{A787DCF0-19F0-4C0F-8129-11E6A88BEAD3}" type="presParOf" srcId="{41211283-DBE6-4998-8BBB-600C10D51C7C}" destId="{44EA16B0-1979-4983-9074-D4A26ACE2AC7}" srcOrd="0" destOrd="0" presId="urn:microsoft.com/office/officeart/2005/8/layout/hProcess11"/>
    <dgm:cxn modelId="{EEA71C87-CA1F-4087-842C-207B2E639169}" type="presParOf" srcId="{41211283-DBE6-4998-8BBB-600C10D51C7C}" destId="{2136133D-2AAE-417C-8638-AD9DD2A84B85}" srcOrd="1" destOrd="0" presId="urn:microsoft.com/office/officeart/2005/8/layout/hProcess11"/>
    <dgm:cxn modelId="{CB2240A4-C261-445C-B35C-F6D7ADC749C8}" type="presParOf" srcId="{41211283-DBE6-4998-8BBB-600C10D51C7C}" destId="{0F40E09E-0576-48A9-AC15-D19F146178C1}" srcOrd="2" destOrd="0" presId="urn:microsoft.com/office/officeart/2005/8/layout/hProcess11"/>
    <dgm:cxn modelId="{FE4D6E13-6902-429B-A8F9-755EB58F5A67}" type="presParOf" srcId="{0862B882-2731-4AC3-9C3A-525673275B41}" destId="{7D2FF725-9BE4-4527-B1AD-868A97994B2E}" srcOrd="9" destOrd="0" presId="urn:microsoft.com/office/officeart/2005/8/layout/hProcess11"/>
    <dgm:cxn modelId="{B23457E6-7F69-428D-B144-DEDF9BDB644C}" type="presParOf" srcId="{0862B882-2731-4AC3-9C3A-525673275B41}" destId="{B12F878F-8AD4-4A69-9DAD-150CA597ECE8}" srcOrd="10" destOrd="0" presId="urn:microsoft.com/office/officeart/2005/8/layout/hProcess11"/>
    <dgm:cxn modelId="{4A0C4D1F-4FE9-46CD-8E88-0AFC7ECECF53}" type="presParOf" srcId="{B12F878F-8AD4-4A69-9DAD-150CA597ECE8}" destId="{F18E6B9D-4921-431A-A532-1F31B212596D}" srcOrd="0" destOrd="0" presId="urn:microsoft.com/office/officeart/2005/8/layout/hProcess11"/>
    <dgm:cxn modelId="{F805996C-B3B4-4395-BAAB-81CD9D70EC2C}" type="presParOf" srcId="{B12F878F-8AD4-4A69-9DAD-150CA597ECE8}" destId="{A07B39AF-CFDD-48F6-99B5-5AB2CF4E6629}" srcOrd="1" destOrd="0" presId="urn:microsoft.com/office/officeart/2005/8/layout/hProcess11"/>
    <dgm:cxn modelId="{8A466637-3475-4347-8FEC-951186753087}" type="presParOf" srcId="{B12F878F-8AD4-4A69-9DAD-150CA597ECE8}" destId="{C5718536-E153-4DF3-8D53-0A16C60EF37B}" srcOrd="2" destOrd="0" presId="urn:microsoft.com/office/officeart/2005/8/layout/hProcess11"/>
    <dgm:cxn modelId="{11FE3B73-228F-4E0D-AA4B-D37D0F1F0E7F}" type="presParOf" srcId="{0862B882-2731-4AC3-9C3A-525673275B41}" destId="{5804F61B-B240-4B99-9A47-FD8419793D1A}" srcOrd="11" destOrd="0" presId="urn:microsoft.com/office/officeart/2005/8/layout/hProcess11"/>
    <dgm:cxn modelId="{46C1BFDC-07D6-455A-82D0-98E1819F272E}" type="presParOf" srcId="{0862B882-2731-4AC3-9C3A-525673275B41}" destId="{BCE46E56-271F-4702-8349-1006768E8E9F}" srcOrd="12" destOrd="0" presId="urn:microsoft.com/office/officeart/2005/8/layout/hProcess11"/>
    <dgm:cxn modelId="{4E3D8EED-2F1E-40C6-8614-09534A85A3A9}" type="presParOf" srcId="{BCE46E56-271F-4702-8349-1006768E8E9F}" destId="{95B3E740-B67A-4A73-A97A-B34B3FC18B6A}" srcOrd="0" destOrd="0" presId="urn:microsoft.com/office/officeart/2005/8/layout/hProcess11"/>
    <dgm:cxn modelId="{730A21AB-9AF1-4324-BC3E-D8F712E1675A}" type="presParOf" srcId="{BCE46E56-271F-4702-8349-1006768E8E9F}" destId="{69744F8A-733A-4F48-969E-7B1AD216846A}" srcOrd="1" destOrd="0" presId="urn:microsoft.com/office/officeart/2005/8/layout/hProcess11"/>
    <dgm:cxn modelId="{C06FDC65-989B-4D84-9BAA-6B6AE0B3DF8E}" type="presParOf" srcId="{BCE46E56-271F-4702-8349-1006768E8E9F}" destId="{9625037E-CD41-44D3-8EBB-F613D0682557}" srcOrd="2" destOrd="0" presId="urn:microsoft.com/office/officeart/2005/8/layout/hProcess11"/>
    <dgm:cxn modelId="{FE109466-D9AF-47A4-A93A-8AA8EAEFEB49}" type="presParOf" srcId="{0862B882-2731-4AC3-9C3A-525673275B41}" destId="{6EE28554-7732-41E0-94A6-514D37FC48C0}" srcOrd="13" destOrd="0" presId="urn:microsoft.com/office/officeart/2005/8/layout/hProcess11"/>
    <dgm:cxn modelId="{34C04039-F7FB-4E64-950C-67B342D7FC61}" type="presParOf" srcId="{0862B882-2731-4AC3-9C3A-525673275B41}" destId="{B4DBEF41-3994-442C-8DF3-A450892182B2}" srcOrd="14" destOrd="0" presId="urn:microsoft.com/office/officeart/2005/8/layout/hProcess11"/>
    <dgm:cxn modelId="{E6B0F13E-2D84-4323-AF9D-E190865959AC}" type="presParOf" srcId="{B4DBEF41-3994-442C-8DF3-A450892182B2}" destId="{5B7AFDC1-3FF6-4879-B36E-3089D89937B7}" srcOrd="0" destOrd="0" presId="urn:microsoft.com/office/officeart/2005/8/layout/hProcess11"/>
    <dgm:cxn modelId="{B7EE6D74-3D03-4679-87DB-D639622D479F}" type="presParOf" srcId="{B4DBEF41-3994-442C-8DF3-A450892182B2}" destId="{1B658DF9-F472-4071-8B4E-2F9AD01886D2}" srcOrd="1" destOrd="0" presId="urn:microsoft.com/office/officeart/2005/8/layout/hProcess11"/>
    <dgm:cxn modelId="{74ABD6BA-A0ED-483A-B659-B0DDB0039D4F}" type="presParOf" srcId="{B4DBEF41-3994-442C-8DF3-A450892182B2}" destId="{8A5FA737-96D4-48E9-A6D1-B485C1AC9ED9}" srcOrd="2" destOrd="0" presId="urn:microsoft.com/office/officeart/2005/8/layout/hProcess11"/>
    <dgm:cxn modelId="{FAE22D5E-29C8-43F9-995A-1D897902FE8B}" type="presParOf" srcId="{0862B882-2731-4AC3-9C3A-525673275B41}" destId="{8558C2C8-0518-4C7A-8E9C-289D7C931214}" srcOrd="15" destOrd="0" presId="urn:microsoft.com/office/officeart/2005/8/layout/hProcess11"/>
    <dgm:cxn modelId="{B263AADC-AB5F-477F-8C2B-C538823B318E}" type="presParOf" srcId="{0862B882-2731-4AC3-9C3A-525673275B41}" destId="{DC26BCD0-3AF6-4384-8C62-00CEB7CD8652}" srcOrd="16" destOrd="0" presId="urn:microsoft.com/office/officeart/2005/8/layout/hProcess11"/>
    <dgm:cxn modelId="{3AD40FD3-F1A4-4C00-8373-2C402F746682}" type="presParOf" srcId="{DC26BCD0-3AF6-4384-8C62-00CEB7CD8652}" destId="{2F42F162-516E-48F7-BD35-C850A9B8EF4C}" srcOrd="0" destOrd="0" presId="urn:microsoft.com/office/officeart/2005/8/layout/hProcess11"/>
    <dgm:cxn modelId="{5FEDCEB4-2493-4048-ABD7-49783FF80196}" type="presParOf" srcId="{DC26BCD0-3AF6-4384-8C62-00CEB7CD8652}" destId="{8BF798E4-19A5-47A5-AC2D-81ECC6BF257C}" srcOrd="1" destOrd="0" presId="urn:microsoft.com/office/officeart/2005/8/layout/hProcess11"/>
    <dgm:cxn modelId="{1DD49F56-A85E-4ACF-A65E-8D5BD11A1C42}" type="presParOf" srcId="{DC26BCD0-3AF6-4384-8C62-00CEB7CD8652}" destId="{9FCAC4A7-D53E-46AA-9F4B-09B03ACF9C89}" srcOrd="2" destOrd="0" presId="urn:microsoft.com/office/officeart/2005/8/layout/hProcess11"/>
    <dgm:cxn modelId="{7676F76C-B06D-443B-B1C8-1BDA67456C9D}" type="presParOf" srcId="{0862B882-2731-4AC3-9C3A-525673275B41}" destId="{5C851598-F773-4E06-922F-908DDD8B7055}" srcOrd="17" destOrd="0" presId="urn:microsoft.com/office/officeart/2005/8/layout/hProcess11"/>
    <dgm:cxn modelId="{9C4F1DF8-FAD3-4905-8C70-B8BFBB412C8B}" type="presParOf" srcId="{0862B882-2731-4AC3-9C3A-525673275B41}" destId="{E19E1428-112D-40A1-8A6C-96F4C5BDE4B1}" srcOrd="18" destOrd="0" presId="urn:microsoft.com/office/officeart/2005/8/layout/hProcess11"/>
    <dgm:cxn modelId="{AC2AF539-9419-4052-A03F-9607F64BCA72}" type="presParOf" srcId="{E19E1428-112D-40A1-8A6C-96F4C5BDE4B1}" destId="{6FC8609F-17DF-4B93-B517-5A5ABCF3C729}" srcOrd="0" destOrd="0" presId="urn:microsoft.com/office/officeart/2005/8/layout/hProcess11"/>
    <dgm:cxn modelId="{403AD037-9735-4BA1-B6D6-323C772AFE49}" type="presParOf" srcId="{E19E1428-112D-40A1-8A6C-96F4C5BDE4B1}" destId="{223306D6-4D58-42E0-AFC6-87DCE5EF1529}" srcOrd="1" destOrd="0" presId="urn:microsoft.com/office/officeart/2005/8/layout/hProcess11"/>
    <dgm:cxn modelId="{769EBDB8-BF4E-42BB-8DF9-547D801E16ED}" type="presParOf" srcId="{E19E1428-112D-40A1-8A6C-96F4C5BDE4B1}" destId="{22A93BB3-EDAF-4067-991D-FDB23177B633}" srcOrd="2" destOrd="0" presId="urn:microsoft.com/office/officeart/2005/8/layout/hProcess11"/>
    <dgm:cxn modelId="{E8D76832-CFA3-4079-98BB-E968F02DAAE0}" type="presParOf" srcId="{0862B882-2731-4AC3-9C3A-525673275B41}" destId="{BFEEFBE1-1E84-4A54-B93D-9B2FCB4E4553}" srcOrd="19" destOrd="0" presId="urn:microsoft.com/office/officeart/2005/8/layout/hProcess11"/>
    <dgm:cxn modelId="{0999E9E1-46D4-47D9-955F-8D08E78F6EA3}" type="presParOf" srcId="{0862B882-2731-4AC3-9C3A-525673275B41}" destId="{74D2DBD3-1566-44AC-9118-184A1900B114}" srcOrd="20" destOrd="0" presId="urn:microsoft.com/office/officeart/2005/8/layout/hProcess11"/>
    <dgm:cxn modelId="{923B3650-260A-4175-991E-E106EF76561A}" type="presParOf" srcId="{74D2DBD3-1566-44AC-9118-184A1900B114}" destId="{70CFFA8B-46FB-416E-9048-7753234CA4DB}" srcOrd="0" destOrd="0" presId="urn:microsoft.com/office/officeart/2005/8/layout/hProcess11"/>
    <dgm:cxn modelId="{AC236C17-0710-4D45-BA4D-B9A3D9ADC92E}" type="presParOf" srcId="{74D2DBD3-1566-44AC-9118-184A1900B114}" destId="{CB788FF2-253B-4624-8D03-FBA98AED4F00}" srcOrd="1" destOrd="0" presId="urn:microsoft.com/office/officeart/2005/8/layout/hProcess11"/>
    <dgm:cxn modelId="{DDCE94B9-9D0E-466F-A4CB-BB451E226E70}" type="presParOf" srcId="{74D2DBD3-1566-44AC-9118-184A1900B114}" destId="{7903F915-72C2-4379-9D05-C95540FFE784}" srcOrd="2" destOrd="0" presId="urn:microsoft.com/office/officeart/2005/8/layout/hProcess11"/>
    <dgm:cxn modelId="{ED4E0186-0395-442B-B200-752979E93606}" type="presParOf" srcId="{0862B882-2731-4AC3-9C3A-525673275B41}" destId="{8BAAE255-51FE-4C8B-B211-31599EA96B27}" srcOrd="21" destOrd="0" presId="urn:microsoft.com/office/officeart/2005/8/layout/hProcess11"/>
    <dgm:cxn modelId="{0654436A-8991-4337-847C-525792E09F55}" type="presParOf" srcId="{0862B882-2731-4AC3-9C3A-525673275B41}" destId="{8E872B2F-0407-4546-978B-C59F3ABA621B}" srcOrd="22" destOrd="0" presId="urn:microsoft.com/office/officeart/2005/8/layout/hProcess11"/>
    <dgm:cxn modelId="{1501453A-4AB1-499C-B7F0-9EF34F23835F}" type="presParOf" srcId="{8E872B2F-0407-4546-978B-C59F3ABA621B}" destId="{1DDB35A9-85BB-42DC-8085-F69D9B133684}" srcOrd="0" destOrd="0" presId="urn:microsoft.com/office/officeart/2005/8/layout/hProcess11"/>
    <dgm:cxn modelId="{A44A30AF-0594-4555-B1CA-E066C9A7B34C}" type="presParOf" srcId="{8E872B2F-0407-4546-978B-C59F3ABA621B}" destId="{3EBFA38B-37A6-499E-92FE-C3B46D031B37}" srcOrd="1" destOrd="0" presId="urn:microsoft.com/office/officeart/2005/8/layout/hProcess11"/>
    <dgm:cxn modelId="{88B1E2B1-045D-497F-9AE3-B690F8046EF2}" type="presParOf" srcId="{8E872B2F-0407-4546-978B-C59F3ABA621B}" destId="{273C4656-E3A3-4A1F-B82D-6AC06B3D8607}" srcOrd="2" destOrd="0" presId="urn:microsoft.com/office/officeart/2005/8/layout/hProcess11"/>
    <dgm:cxn modelId="{4C0FFC76-CFA0-4074-8954-133F4C857DCC}" type="presParOf" srcId="{0862B882-2731-4AC3-9C3A-525673275B41}" destId="{565E92ED-697F-4FA7-9310-87015DB459C6}" srcOrd="23" destOrd="0" presId="urn:microsoft.com/office/officeart/2005/8/layout/hProcess11"/>
    <dgm:cxn modelId="{51691984-8BCE-4594-8B95-589556C3C7F2}" type="presParOf" srcId="{0862B882-2731-4AC3-9C3A-525673275B41}" destId="{11997A5B-F2E7-4086-8D68-B8EB1ACB23FA}" srcOrd="24" destOrd="0" presId="urn:microsoft.com/office/officeart/2005/8/layout/hProcess11"/>
    <dgm:cxn modelId="{AEA215DD-C373-41D6-802C-BDE152299B8A}" type="presParOf" srcId="{11997A5B-F2E7-4086-8D68-B8EB1ACB23FA}" destId="{24AC4DE4-607D-4174-AD8D-495EF6CC0ED3}" srcOrd="0" destOrd="0" presId="urn:microsoft.com/office/officeart/2005/8/layout/hProcess11"/>
    <dgm:cxn modelId="{59CD9BFF-DC42-4430-B480-6A16C8624602}" type="presParOf" srcId="{11997A5B-F2E7-4086-8D68-B8EB1ACB23FA}" destId="{ADB74BA8-6A66-4AB4-A1F2-9411557F2CF0}" srcOrd="1" destOrd="0" presId="urn:microsoft.com/office/officeart/2005/8/layout/hProcess11"/>
    <dgm:cxn modelId="{C694E77D-C919-4EAA-BE18-BCD1534A1E1B}" type="presParOf" srcId="{11997A5B-F2E7-4086-8D68-B8EB1ACB23FA}" destId="{ABE73EFE-51B4-45F2-A941-C31683C02160}" srcOrd="2" destOrd="0" presId="urn:microsoft.com/office/officeart/2005/8/layout/hProcess11"/>
    <dgm:cxn modelId="{3B954C8F-8A5E-4FBD-ADA3-5F0CB2008FDB}" type="presParOf" srcId="{0862B882-2731-4AC3-9C3A-525673275B41}" destId="{EFEF9240-5473-403C-A21A-D26B8A554B4A}" srcOrd="25" destOrd="0" presId="urn:microsoft.com/office/officeart/2005/8/layout/hProcess11"/>
    <dgm:cxn modelId="{CCE4DD6D-5D40-4EC3-A559-13CA979F9DF7}" type="presParOf" srcId="{0862B882-2731-4AC3-9C3A-525673275B41}" destId="{3E3E97E3-F737-4490-BF54-F7DA238C6446}" srcOrd="26" destOrd="0" presId="urn:microsoft.com/office/officeart/2005/8/layout/hProcess11"/>
    <dgm:cxn modelId="{0B26075C-0058-411C-852C-882C53185E48}" type="presParOf" srcId="{3E3E97E3-F737-4490-BF54-F7DA238C6446}" destId="{7520D75A-09DD-46B3-A8ED-BC4A8934A6EA}" srcOrd="0" destOrd="0" presId="urn:microsoft.com/office/officeart/2005/8/layout/hProcess11"/>
    <dgm:cxn modelId="{246CA249-5F92-4675-A521-1B83B13F7F98}" type="presParOf" srcId="{3E3E97E3-F737-4490-BF54-F7DA238C6446}" destId="{E75F3C0A-EB8E-4B3A-B675-B54FFE835D9E}" srcOrd="1" destOrd="0" presId="urn:microsoft.com/office/officeart/2005/8/layout/hProcess11"/>
    <dgm:cxn modelId="{9DA43E64-F5CF-49EF-89FF-D569740D0BA5}" type="presParOf" srcId="{3E3E97E3-F737-4490-BF54-F7DA238C6446}" destId="{B2BB19D2-0BF8-4CF2-A1AC-07BB28D129B7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6882F53-5B46-410E-B281-D9C176F58EE0}" type="doc">
      <dgm:prSet loTypeId="urn:microsoft.com/office/officeart/2005/8/layout/hProcess11" loCatId="process" qsTypeId="urn:microsoft.com/office/officeart/2005/8/quickstyle/simple2" qsCatId="simple" csTypeId="urn:microsoft.com/office/officeart/2005/8/colors/accent6_2" csCatId="accent6" phldr="1"/>
      <dgm:spPr/>
    </dgm:pt>
    <dgm:pt modelId="{B469A5B1-F82B-492B-94FA-24A3A9971077}">
      <dgm:prSet phldrT="[テキスト]" phldr="0"/>
      <dgm:spPr/>
      <dgm:t>
        <a:bodyPr/>
        <a:lstStyle/>
        <a:p>
          <a:r>
            <a:rPr kumimoji="1" lang="ja-JP" altLang="en-US">
              <a:latin typeface="Calibri Light" panose="020F0302020204030204"/>
            </a:rPr>
            <a:t>御園小学校前</a:t>
          </a:r>
          <a:endParaRPr kumimoji="1" lang="ja-JP" altLang="en-US"/>
        </a:p>
      </dgm:t>
    </dgm:pt>
    <dgm:pt modelId="{F1D94EC9-2E19-4B1F-AEB2-C772A2390A2D}" type="parTrans" cxnId="{0237C6D9-1BDC-4197-90D7-2AA84E176041}">
      <dgm:prSet/>
      <dgm:spPr/>
    </dgm:pt>
    <dgm:pt modelId="{89A8E044-6DD3-4C9E-A268-794223C52D97}" type="sibTrans" cxnId="{0237C6D9-1BDC-4197-90D7-2AA84E176041}">
      <dgm:prSet/>
      <dgm:spPr/>
    </dgm:pt>
    <dgm:pt modelId="{6E0FC592-39BE-42E1-9D73-64EBE20CEBB1}">
      <dgm:prSet phldrT="[テキスト]" phldr="0"/>
      <dgm:spPr/>
      <dgm:t>
        <a:bodyPr/>
        <a:lstStyle/>
        <a:p>
          <a:r>
            <a:rPr kumimoji="1" lang="ja-JP" altLang="en-US">
              <a:latin typeface="Calibri Light" panose="020F0302020204030204"/>
            </a:rPr>
            <a:t>丸の内</a:t>
          </a:r>
          <a:endParaRPr kumimoji="1" lang="ja-JP" altLang="en-US"/>
        </a:p>
      </dgm:t>
    </dgm:pt>
    <dgm:pt modelId="{477C96CD-2FC7-4A7C-9CC0-CF37EC6AFDEA}" type="parTrans" cxnId="{F75F8D2A-DD29-4100-B5C5-6BFCF3B38CBD}">
      <dgm:prSet/>
      <dgm:spPr/>
    </dgm:pt>
    <dgm:pt modelId="{1FF919CA-3447-4ADE-AD85-C1BEBE103E2D}" type="sibTrans" cxnId="{F75F8D2A-DD29-4100-B5C5-6BFCF3B38CBD}">
      <dgm:prSet/>
      <dgm:spPr/>
    </dgm:pt>
    <dgm:pt modelId="{DF2DCE73-60CF-4494-B212-75F5E0A40ECF}">
      <dgm:prSet phldrT="[テキスト]" phldr="0"/>
      <dgm:spPr/>
      <dgm:t>
        <a:bodyPr/>
        <a:lstStyle/>
        <a:p>
          <a:r>
            <a:rPr kumimoji="1" lang="ja-JP" altLang="en-US" dirty="0">
              <a:latin typeface="Calibri Light" panose="020F0302020204030204"/>
            </a:rPr>
            <a:t>中日病院前</a:t>
          </a:r>
          <a:endParaRPr kumimoji="1" lang="ja-JP" altLang="en-US" dirty="0"/>
        </a:p>
      </dgm:t>
    </dgm:pt>
    <dgm:pt modelId="{E8616D20-C45D-42AA-83EC-F84EAFABCA21}" type="parTrans" cxnId="{04D3C67B-12A8-413B-9477-AFE88CB27479}">
      <dgm:prSet/>
      <dgm:spPr/>
    </dgm:pt>
    <dgm:pt modelId="{EB0DF9DB-47E9-4787-AADC-D365528E73FB}" type="sibTrans" cxnId="{04D3C67B-12A8-413B-9477-AFE88CB27479}">
      <dgm:prSet/>
      <dgm:spPr/>
    </dgm:pt>
    <dgm:pt modelId="{02EB04C5-C356-4872-9F08-5F5F6A5C50DC}">
      <dgm:prSet phldr="0"/>
      <dgm:spPr/>
      <dgm:t>
        <a:bodyPr/>
        <a:lstStyle/>
        <a:p>
          <a:r>
            <a:rPr kumimoji="1" lang="ja-JP" altLang="en-US" dirty="0">
              <a:latin typeface="Calibri Light" panose="020F0302020204030204"/>
            </a:rPr>
            <a:t>名城小学校前</a:t>
          </a:r>
        </a:p>
      </dgm:t>
    </dgm:pt>
    <dgm:pt modelId="{429489A4-390E-4EB1-B068-8CB64AE9757A}" type="parTrans" cxnId="{BABDE954-47EB-44B6-A39E-73FEFE9CDA5E}">
      <dgm:prSet/>
      <dgm:spPr/>
    </dgm:pt>
    <dgm:pt modelId="{3A0AA1B6-B5F8-457B-8669-0692B11E222A}" type="sibTrans" cxnId="{BABDE954-47EB-44B6-A39E-73FEFE9CDA5E}">
      <dgm:prSet/>
      <dgm:spPr/>
    </dgm:pt>
    <dgm:pt modelId="{1219BF2D-EF7B-4F98-9045-7BE36E96A65D}">
      <dgm:prSet phldr="0"/>
      <dgm:spPr/>
      <dgm:t>
        <a:bodyPr/>
        <a:lstStyle/>
        <a:p>
          <a:r>
            <a:rPr kumimoji="1" lang="ja-JP" altLang="en-US" dirty="0">
              <a:latin typeface="Calibri Light" panose="020F0302020204030204"/>
            </a:rPr>
            <a:t>名古屋城前</a:t>
          </a:r>
        </a:p>
      </dgm:t>
    </dgm:pt>
    <dgm:pt modelId="{6D47257E-2540-4DE6-B326-A46DE55BF1D2}" type="parTrans" cxnId="{D764A705-87B4-4C04-A4A0-621FC3F8065A}">
      <dgm:prSet/>
      <dgm:spPr/>
    </dgm:pt>
    <dgm:pt modelId="{00C6B314-76AA-48D8-9A6F-6F3C6C484071}" type="sibTrans" cxnId="{D764A705-87B4-4C04-A4A0-621FC3F8065A}">
      <dgm:prSet/>
      <dgm:spPr/>
    </dgm:pt>
    <dgm:pt modelId="{6E52DDA2-A65A-4F79-9495-27064C6DD251}">
      <dgm:prSet phldr="0"/>
      <dgm:spPr/>
      <dgm:t>
        <a:bodyPr/>
        <a:lstStyle/>
        <a:p>
          <a:r>
            <a:rPr kumimoji="1" lang="ja-JP" altLang="en-US" dirty="0">
              <a:latin typeface="Calibri Light" panose="020F0302020204030204"/>
            </a:rPr>
            <a:t>名西</a:t>
          </a:r>
        </a:p>
      </dgm:t>
    </dgm:pt>
    <dgm:pt modelId="{60FD9228-6049-4889-BCBE-37166D7E0BA6}" type="parTrans" cxnId="{76FD543F-621E-4CD9-A2D8-5AA5945A1213}">
      <dgm:prSet/>
      <dgm:spPr/>
    </dgm:pt>
    <dgm:pt modelId="{CAA28922-3BE4-4B9F-979F-3F3D2D44B95C}" type="sibTrans" cxnId="{76FD543F-621E-4CD9-A2D8-5AA5945A1213}">
      <dgm:prSet/>
      <dgm:spPr/>
    </dgm:pt>
    <dgm:pt modelId="{4F2E94C9-69E2-405A-8101-9715AC6DC858}">
      <dgm:prSet phldr="0"/>
      <dgm:spPr/>
      <dgm:t>
        <a:bodyPr/>
        <a:lstStyle/>
        <a:p>
          <a:r>
            <a:rPr kumimoji="1" lang="ja-JP" altLang="en-US" dirty="0">
              <a:latin typeface="Calibri Light" panose="020F0302020204030204"/>
            </a:rPr>
            <a:t>上小田井</a:t>
          </a:r>
        </a:p>
      </dgm:t>
    </dgm:pt>
    <dgm:pt modelId="{D3765389-BED3-47D2-8FA6-BF09765CC113}" type="parTrans" cxnId="{85E87BF6-C698-4D7E-8F6F-0B15470B9D2F}">
      <dgm:prSet/>
      <dgm:spPr/>
    </dgm:pt>
    <dgm:pt modelId="{205C9114-AADE-4F12-96EC-AE55B0AD2134}" type="sibTrans" cxnId="{85E87BF6-C698-4D7E-8F6F-0B15470B9D2F}">
      <dgm:prSet/>
      <dgm:spPr/>
    </dgm:pt>
    <dgm:pt modelId="{2531699A-CBFE-41A7-BD5A-2A0CFDB9952E}">
      <dgm:prSet phldr="0"/>
      <dgm:spPr/>
      <dgm:t>
        <a:bodyPr/>
        <a:lstStyle/>
        <a:p>
          <a:pPr rtl="0"/>
          <a:r>
            <a:rPr kumimoji="1" lang="ja-JP" altLang="en-US" dirty="0">
              <a:latin typeface="Calibri Light" panose="020F0302020204030204"/>
            </a:rPr>
            <a:t>庄内緑地公園</a:t>
          </a:r>
        </a:p>
      </dgm:t>
    </dgm:pt>
    <dgm:pt modelId="{537D9162-2155-40EC-B1DE-4E0C55B9F127}" type="parTrans" cxnId="{87E1EA90-0B28-494E-A3DA-236D2A1FD90B}">
      <dgm:prSet/>
      <dgm:spPr/>
    </dgm:pt>
    <dgm:pt modelId="{B8C09882-BB59-4A28-AC0A-8A94B3983E13}" type="sibTrans" cxnId="{87E1EA90-0B28-494E-A3DA-236D2A1FD90B}">
      <dgm:prSet/>
      <dgm:spPr/>
    </dgm:pt>
    <dgm:pt modelId="{1697395E-F2D9-400C-A9BA-612C15AD5EAC}">
      <dgm:prSet phldr="0"/>
      <dgm:spPr/>
      <dgm:t>
        <a:bodyPr/>
        <a:lstStyle/>
        <a:p>
          <a:r>
            <a:rPr kumimoji="1" lang="ja-JP" altLang="en-US" dirty="0">
              <a:latin typeface="Calibri Light" panose="020F0302020204030204"/>
            </a:rPr>
            <a:t>西春</a:t>
          </a:r>
        </a:p>
      </dgm:t>
    </dgm:pt>
    <dgm:pt modelId="{097D67A0-B62F-4394-B046-EA808F77A39A}" type="parTrans" cxnId="{13BA9C88-D3DC-4D11-8919-8FD38C0FF028}">
      <dgm:prSet/>
      <dgm:spPr/>
    </dgm:pt>
    <dgm:pt modelId="{4FC2A94B-7F53-4DCA-9921-B25EFF232DC6}" type="sibTrans" cxnId="{13BA9C88-D3DC-4D11-8919-8FD38C0FF028}">
      <dgm:prSet/>
      <dgm:spPr/>
    </dgm:pt>
    <dgm:pt modelId="{F51F316B-B6A0-41CA-973F-D08461CC916B}">
      <dgm:prSet phldr="0"/>
      <dgm:spPr/>
      <dgm:t>
        <a:bodyPr/>
        <a:lstStyle/>
        <a:p>
          <a:r>
            <a:rPr kumimoji="1" lang="ja-JP" altLang="en-US" dirty="0">
              <a:latin typeface="Calibri Light" panose="020F0302020204030204"/>
            </a:rPr>
            <a:t>石橋</a:t>
          </a:r>
        </a:p>
      </dgm:t>
    </dgm:pt>
    <dgm:pt modelId="{714E514A-2F8B-45B3-A1D5-0B3773C13D31}" type="parTrans" cxnId="{68EDCE88-18ED-466B-B602-076AC8348E5E}">
      <dgm:prSet/>
      <dgm:spPr/>
    </dgm:pt>
    <dgm:pt modelId="{7396C62D-AECE-45CA-9CF2-2CE88EF22029}" type="sibTrans" cxnId="{68EDCE88-18ED-466B-B602-076AC8348E5E}">
      <dgm:prSet/>
      <dgm:spPr/>
    </dgm:pt>
    <dgm:pt modelId="{2F4F0BAB-9250-4698-BFB3-19C2F870CCB6}">
      <dgm:prSet phldr="0"/>
      <dgm:spPr/>
      <dgm:t>
        <a:bodyPr/>
        <a:lstStyle/>
        <a:p>
          <a:r>
            <a:rPr kumimoji="1" lang="ja-JP" altLang="en-US" dirty="0">
              <a:latin typeface="Calibri Light" panose="020F0302020204030204"/>
            </a:rPr>
            <a:t>多加木</a:t>
          </a:r>
        </a:p>
      </dgm:t>
    </dgm:pt>
    <dgm:pt modelId="{98D8BF87-1B7F-4583-8379-119E76B0E14A}" type="parTrans" cxnId="{BDD84302-F226-4C3F-9585-9B8CD6EECDD5}">
      <dgm:prSet/>
      <dgm:spPr/>
    </dgm:pt>
    <dgm:pt modelId="{463A0E45-A467-4E96-B3D7-E34314720DA7}" type="sibTrans" cxnId="{BDD84302-F226-4C3F-9585-9B8CD6EECDD5}">
      <dgm:prSet/>
      <dgm:spPr/>
    </dgm:pt>
    <dgm:pt modelId="{DBD56872-AB35-43A1-AE44-F9D79BF31F12}">
      <dgm:prSet phldr="0"/>
      <dgm:spPr/>
      <dgm:t>
        <a:bodyPr/>
        <a:lstStyle/>
        <a:p>
          <a:pPr rtl="0"/>
          <a:r>
            <a:rPr kumimoji="1" lang="ja-JP" dirty="0"/>
            <a:t>稲沢</a:t>
          </a:r>
          <a:endParaRPr kumimoji="1" lang="ja-JP" altLang="en-US" dirty="0">
            <a:latin typeface="Calibri Light" panose="020F0302020204030204"/>
          </a:endParaRPr>
        </a:p>
      </dgm:t>
    </dgm:pt>
    <dgm:pt modelId="{26E9CE4C-E893-4E60-B547-9842F3B9EAEE}" type="parTrans" cxnId="{6199899B-3243-46A9-8354-6AFDF96FEE27}">
      <dgm:prSet/>
      <dgm:spPr/>
    </dgm:pt>
    <dgm:pt modelId="{EAFF2C38-FE0E-4665-B78A-BF6C7BDDC98C}" type="sibTrans" cxnId="{6199899B-3243-46A9-8354-6AFDF96FEE27}">
      <dgm:prSet/>
      <dgm:spPr/>
    </dgm:pt>
    <dgm:pt modelId="{0A1BAA65-350D-42AB-8693-DBCFEFFBE727}">
      <dgm:prSet phldr="0"/>
      <dgm:spPr/>
      <dgm:t>
        <a:bodyPr/>
        <a:lstStyle/>
        <a:p>
          <a:r>
            <a:rPr kumimoji="1" lang="ja-JP" altLang="en-US" dirty="0">
              <a:latin typeface="Calibri Light" panose="020F0302020204030204"/>
            </a:rPr>
            <a:t>大江川</a:t>
          </a:r>
        </a:p>
      </dgm:t>
    </dgm:pt>
    <dgm:pt modelId="{953EE0B4-2410-4392-95FB-2380BD0BF3A7}" type="parTrans" cxnId="{D20D52BE-15D2-402E-B9D2-54845B1673C3}">
      <dgm:prSet/>
      <dgm:spPr/>
    </dgm:pt>
    <dgm:pt modelId="{CDEB04AF-4CCC-42D2-BE89-16F0812DF59C}" type="sibTrans" cxnId="{D20D52BE-15D2-402E-B9D2-54845B1673C3}">
      <dgm:prSet/>
      <dgm:spPr/>
    </dgm:pt>
    <dgm:pt modelId="{96108E62-12D8-49E5-9DC7-B7F4FBD5E671}">
      <dgm:prSet phldr="0"/>
      <dgm:spPr/>
      <dgm:t>
        <a:bodyPr/>
        <a:lstStyle/>
        <a:p>
          <a:r>
            <a:rPr kumimoji="1" lang="ja-JP" altLang="en-US" dirty="0">
              <a:solidFill>
                <a:srgbClr val="FF0000"/>
              </a:solidFill>
              <a:latin typeface="Calibri Light" panose="020F0302020204030204"/>
            </a:rPr>
            <a:t>終点</a:t>
          </a:r>
          <a:r>
            <a:rPr kumimoji="1" lang="ja-JP" altLang="en-US" dirty="0">
              <a:latin typeface="Calibri Light" panose="020F0302020204030204"/>
            </a:rPr>
            <a:t>一宮</a:t>
          </a:r>
        </a:p>
      </dgm:t>
    </dgm:pt>
    <dgm:pt modelId="{D739A61E-8C45-432C-84A6-BEE512112E8F}" type="parTrans" cxnId="{D53BC981-B051-4D3B-9106-E662F465B993}">
      <dgm:prSet/>
      <dgm:spPr/>
    </dgm:pt>
    <dgm:pt modelId="{CCA8DE0C-4F3C-42F6-922C-E7DC51A56744}" type="sibTrans" cxnId="{D53BC981-B051-4D3B-9106-E662F465B993}">
      <dgm:prSet/>
      <dgm:spPr/>
    </dgm:pt>
    <dgm:pt modelId="{ACFFD8D5-E0F5-490A-81C8-B497FFB3D574}" type="pres">
      <dgm:prSet presAssocID="{36882F53-5B46-410E-B281-D9C176F58EE0}" presName="Name0" presStyleCnt="0">
        <dgm:presLayoutVars>
          <dgm:dir/>
          <dgm:resizeHandles val="exact"/>
        </dgm:presLayoutVars>
      </dgm:prSet>
      <dgm:spPr/>
    </dgm:pt>
    <dgm:pt modelId="{FB276FF6-89D2-4E5D-8DE9-DB5AB8FA9CB4}" type="pres">
      <dgm:prSet presAssocID="{36882F53-5B46-410E-B281-D9C176F58EE0}" presName="arrow" presStyleLbl="bgShp" presStyleIdx="0" presStyleCnt="1"/>
      <dgm:spPr/>
    </dgm:pt>
    <dgm:pt modelId="{0862B882-2731-4AC3-9C3A-525673275B41}" type="pres">
      <dgm:prSet presAssocID="{36882F53-5B46-410E-B281-D9C176F58EE0}" presName="points" presStyleCnt="0"/>
      <dgm:spPr/>
    </dgm:pt>
    <dgm:pt modelId="{5BD49148-8B60-4AA2-93E1-CBF5AEEDC8CC}" type="pres">
      <dgm:prSet presAssocID="{B469A5B1-F82B-492B-94FA-24A3A9971077}" presName="compositeA" presStyleCnt="0"/>
      <dgm:spPr/>
    </dgm:pt>
    <dgm:pt modelId="{8944A6C5-2EA3-4685-B951-531C0EF53D73}" type="pres">
      <dgm:prSet presAssocID="{B469A5B1-F82B-492B-94FA-24A3A9971077}" presName="textA" presStyleLbl="revTx" presStyleIdx="0" presStyleCnt="14">
        <dgm:presLayoutVars>
          <dgm:bulletEnabled val="1"/>
        </dgm:presLayoutVars>
      </dgm:prSet>
      <dgm:spPr/>
    </dgm:pt>
    <dgm:pt modelId="{B1221131-EFB3-49C2-9659-ECBDBD9F6C80}" type="pres">
      <dgm:prSet presAssocID="{B469A5B1-F82B-492B-94FA-24A3A9971077}" presName="circleA" presStyleLbl="node1" presStyleIdx="0" presStyleCnt="14"/>
      <dgm:spPr/>
    </dgm:pt>
    <dgm:pt modelId="{CC5AE6DE-CB15-401E-94DB-29E91C075843}" type="pres">
      <dgm:prSet presAssocID="{B469A5B1-F82B-492B-94FA-24A3A9971077}" presName="spaceA" presStyleCnt="0"/>
      <dgm:spPr/>
    </dgm:pt>
    <dgm:pt modelId="{5244934D-4C13-4F4A-8561-622969DA2F80}" type="pres">
      <dgm:prSet presAssocID="{89A8E044-6DD3-4C9E-A268-794223C52D97}" presName="space" presStyleCnt="0"/>
      <dgm:spPr/>
    </dgm:pt>
    <dgm:pt modelId="{1E0D62B2-2EAD-493B-8485-A9042FAA7191}" type="pres">
      <dgm:prSet presAssocID="{6E0FC592-39BE-42E1-9D73-64EBE20CEBB1}" presName="compositeB" presStyleCnt="0"/>
      <dgm:spPr/>
    </dgm:pt>
    <dgm:pt modelId="{E51B2F1B-DD98-44AB-A08E-FE35D4EC59FD}" type="pres">
      <dgm:prSet presAssocID="{6E0FC592-39BE-42E1-9D73-64EBE20CEBB1}" presName="textB" presStyleLbl="revTx" presStyleIdx="1" presStyleCnt="14">
        <dgm:presLayoutVars>
          <dgm:bulletEnabled val="1"/>
        </dgm:presLayoutVars>
      </dgm:prSet>
      <dgm:spPr/>
    </dgm:pt>
    <dgm:pt modelId="{A5254795-D619-4497-9A8D-EC7EB5D0FA3A}" type="pres">
      <dgm:prSet presAssocID="{6E0FC592-39BE-42E1-9D73-64EBE20CEBB1}" presName="circleB" presStyleLbl="node1" presStyleIdx="1" presStyleCnt="14"/>
      <dgm:spPr/>
    </dgm:pt>
    <dgm:pt modelId="{7F637207-03CF-4CFC-A0BE-80488AAC4F61}" type="pres">
      <dgm:prSet presAssocID="{6E0FC592-39BE-42E1-9D73-64EBE20CEBB1}" presName="spaceB" presStyleCnt="0"/>
      <dgm:spPr/>
    </dgm:pt>
    <dgm:pt modelId="{EC4D7447-677F-4EFD-9B9E-D0E9A392F693}" type="pres">
      <dgm:prSet presAssocID="{1FF919CA-3447-4ADE-AD85-C1BEBE103E2D}" presName="space" presStyleCnt="0"/>
      <dgm:spPr/>
    </dgm:pt>
    <dgm:pt modelId="{9566A1D3-7F13-433B-B089-E15D64D9BEBF}" type="pres">
      <dgm:prSet presAssocID="{DF2DCE73-60CF-4494-B212-75F5E0A40ECF}" presName="compositeA" presStyleCnt="0"/>
      <dgm:spPr/>
    </dgm:pt>
    <dgm:pt modelId="{D1CDB62E-6AA5-4ECF-A794-FB7DC3ABA9AC}" type="pres">
      <dgm:prSet presAssocID="{DF2DCE73-60CF-4494-B212-75F5E0A40ECF}" presName="textA" presStyleLbl="revTx" presStyleIdx="2" presStyleCnt="14">
        <dgm:presLayoutVars>
          <dgm:bulletEnabled val="1"/>
        </dgm:presLayoutVars>
      </dgm:prSet>
      <dgm:spPr/>
    </dgm:pt>
    <dgm:pt modelId="{5D4C9280-A0F7-4CC8-AA2B-BA9F7E696FC1}" type="pres">
      <dgm:prSet presAssocID="{DF2DCE73-60CF-4494-B212-75F5E0A40ECF}" presName="circleA" presStyleLbl="node1" presStyleIdx="2" presStyleCnt="14"/>
      <dgm:spPr/>
    </dgm:pt>
    <dgm:pt modelId="{A180E950-3E2F-4578-9207-C0D04F0DDCB7}" type="pres">
      <dgm:prSet presAssocID="{DF2DCE73-60CF-4494-B212-75F5E0A40ECF}" presName="spaceA" presStyleCnt="0"/>
      <dgm:spPr/>
    </dgm:pt>
    <dgm:pt modelId="{F4ABB3A8-A456-4746-81AA-51FE03736239}" type="pres">
      <dgm:prSet presAssocID="{EB0DF9DB-47E9-4787-AADC-D365528E73FB}" presName="space" presStyleCnt="0"/>
      <dgm:spPr/>
    </dgm:pt>
    <dgm:pt modelId="{823AA07A-C96D-4C23-943C-11C8F135830D}" type="pres">
      <dgm:prSet presAssocID="{02EB04C5-C356-4872-9F08-5F5F6A5C50DC}" presName="compositeB" presStyleCnt="0"/>
      <dgm:spPr/>
    </dgm:pt>
    <dgm:pt modelId="{4F4A110C-7747-4955-84CA-9CC349161AC2}" type="pres">
      <dgm:prSet presAssocID="{02EB04C5-C356-4872-9F08-5F5F6A5C50DC}" presName="textB" presStyleLbl="revTx" presStyleIdx="3" presStyleCnt="14">
        <dgm:presLayoutVars>
          <dgm:bulletEnabled val="1"/>
        </dgm:presLayoutVars>
      </dgm:prSet>
      <dgm:spPr/>
    </dgm:pt>
    <dgm:pt modelId="{228056F0-2876-4FCB-86C0-4F856117D570}" type="pres">
      <dgm:prSet presAssocID="{02EB04C5-C356-4872-9F08-5F5F6A5C50DC}" presName="circleB" presStyleLbl="node1" presStyleIdx="3" presStyleCnt="14"/>
      <dgm:spPr/>
    </dgm:pt>
    <dgm:pt modelId="{574A1F94-7843-4D33-9AA4-20EEC4EF6ED6}" type="pres">
      <dgm:prSet presAssocID="{02EB04C5-C356-4872-9F08-5F5F6A5C50DC}" presName="spaceB" presStyleCnt="0"/>
      <dgm:spPr/>
    </dgm:pt>
    <dgm:pt modelId="{F63DAA78-3479-4511-949C-219183FA961C}" type="pres">
      <dgm:prSet presAssocID="{3A0AA1B6-B5F8-457B-8669-0692B11E222A}" presName="space" presStyleCnt="0"/>
      <dgm:spPr/>
    </dgm:pt>
    <dgm:pt modelId="{41211283-DBE6-4998-8BBB-600C10D51C7C}" type="pres">
      <dgm:prSet presAssocID="{1219BF2D-EF7B-4F98-9045-7BE36E96A65D}" presName="compositeA" presStyleCnt="0"/>
      <dgm:spPr/>
    </dgm:pt>
    <dgm:pt modelId="{44EA16B0-1979-4983-9074-D4A26ACE2AC7}" type="pres">
      <dgm:prSet presAssocID="{1219BF2D-EF7B-4F98-9045-7BE36E96A65D}" presName="textA" presStyleLbl="revTx" presStyleIdx="4" presStyleCnt="14">
        <dgm:presLayoutVars>
          <dgm:bulletEnabled val="1"/>
        </dgm:presLayoutVars>
      </dgm:prSet>
      <dgm:spPr/>
    </dgm:pt>
    <dgm:pt modelId="{2136133D-2AAE-417C-8638-AD9DD2A84B85}" type="pres">
      <dgm:prSet presAssocID="{1219BF2D-EF7B-4F98-9045-7BE36E96A65D}" presName="circleA" presStyleLbl="node1" presStyleIdx="4" presStyleCnt="14"/>
      <dgm:spPr/>
    </dgm:pt>
    <dgm:pt modelId="{0F40E09E-0576-48A9-AC15-D19F146178C1}" type="pres">
      <dgm:prSet presAssocID="{1219BF2D-EF7B-4F98-9045-7BE36E96A65D}" presName="spaceA" presStyleCnt="0"/>
      <dgm:spPr/>
    </dgm:pt>
    <dgm:pt modelId="{7D2FF725-9BE4-4527-B1AD-868A97994B2E}" type="pres">
      <dgm:prSet presAssocID="{00C6B314-76AA-48D8-9A6F-6F3C6C484071}" presName="space" presStyleCnt="0"/>
      <dgm:spPr/>
    </dgm:pt>
    <dgm:pt modelId="{B12F878F-8AD4-4A69-9DAD-150CA597ECE8}" type="pres">
      <dgm:prSet presAssocID="{6E52DDA2-A65A-4F79-9495-27064C6DD251}" presName="compositeB" presStyleCnt="0"/>
      <dgm:spPr/>
    </dgm:pt>
    <dgm:pt modelId="{F18E6B9D-4921-431A-A532-1F31B212596D}" type="pres">
      <dgm:prSet presAssocID="{6E52DDA2-A65A-4F79-9495-27064C6DD251}" presName="textB" presStyleLbl="revTx" presStyleIdx="5" presStyleCnt="14">
        <dgm:presLayoutVars>
          <dgm:bulletEnabled val="1"/>
        </dgm:presLayoutVars>
      </dgm:prSet>
      <dgm:spPr/>
    </dgm:pt>
    <dgm:pt modelId="{A07B39AF-CFDD-48F6-99B5-5AB2CF4E6629}" type="pres">
      <dgm:prSet presAssocID="{6E52DDA2-A65A-4F79-9495-27064C6DD251}" presName="circleB" presStyleLbl="node1" presStyleIdx="5" presStyleCnt="14"/>
      <dgm:spPr/>
    </dgm:pt>
    <dgm:pt modelId="{C5718536-E153-4DF3-8D53-0A16C60EF37B}" type="pres">
      <dgm:prSet presAssocID="{6E52DDA2-A65A-4F79-9495-27064C6DD251}" presName="spaceB" presStyleCnt="0"/>
      <dgm:spPr/>
    </dgm:pt>
    <dgm:pt modelId="{5804F61B-B240-4B99-9A47-FD8419793D1A}" type="pres">
      <dgm:prSet presAssocID="{CAA28922-3BE4-4B9F-979F-3F3D2D44B95C}" presName="space" presStyleCnt="0"/>
      <dgm:spPr/>
    </dgm:pt>
    <dgm:pt modelId="{BCE46E56-271F-4702-8349-1006768E8E9F}" type="pres">
      <dgm:prSet presAssocID="{2531699A-CBFE-41A7-BD5A-2A0CFDB9952E}" presName="compositeA" presStyleCnt="0"/>
      <dgm:spPr/>
    </dgm:pt>
    <dgm:pt modelId="{95B3E740-B67A-4A73-A97A-B34B3FC18B6A}" type="pres">
      <dgm:prSet presAssocID="{2531699A-CBFE-41A7-BD5A-2A0CFDB9952E}" presName="textA" presStyleLbl="revTx" presStyleIdx="6" presStyleCnt="14">
        <dgm:presLayoutVars>
          <dgm:bulletEnabled val="1"/>
        </dgm:presLayoutVars>
      </dgm:prSet>
      <dgm:spPr/>
    </dgm:pt>
    <dgm:pt modelId="{69744F8A-733A-4F48-969E-7B1AD216846A}" type="pres">
      <dgm:prSet presAssocID="{2531699A-CBFE-41A7-BD5A-2A0CFDB9952E}" presName="circleA" presStyleLbl="node1" presStyleIdx="6" presStyleCnt="14"/>
      <dgm:spPr/>
    </dgm:pt>
    <dgm:pt modelId="{9625037E-CD41-44D3-8EBB-F613D0682557}" type="pres">
      <dgm:prSet presAssocID="{2531699A-CBFE-41A7-BD5A-2A0CFDB9952E}" presName="spaceA" presStyleCnt="0"/>
      <dgm:spPr/>
    </dgm:pt>
    <dgm:pt modelId="{6EE28554-7732-41E0-94A6-514D37FC48C0}" type="pres">
      <dgm:prSet presAssocID="{B8C09882-BB59-4A28-AC0A-8A94B3983E13}" presName="space" presStyleCnt="0"/>
      <dgm:spPr/>
    </dgm:pt>
    <dgm:pt modelId="{B4DBEF41-3994-442C-8DF3-A450892182B2}" type="pres">
      <dgm:prSet presAssocID="{4F2E94C9-69E2-405A-8101-9715AC6DC858}" presName="compositeB" presStyleCnt="0"/>
      <dgm:spPr/>
    </dgm:pt>
    <dgm:pt modelId="{5B7AFDC1-3FF6-4879-B36E-3089D89937B7}" type="pres">
      <dgm:prSet presAssocID="{4F2E94C9-69E2-405A-8101-9715AC6DC858}" presName="textB" presStyleLbl="revTx" presStyleIdx="7" presStyleCnt="14">
        <dgm:presLayoutVars>
          <dgm:bulletEnabled val="1"/>
        </dgm:presLayoutVars>
      </dgm:prSet>
      <dgm:spPr/>
    </dgm:pt>
    <dgm:pt modelId="{1B658DF9-F472-4071-8B4E-2F9AD01886D2}" type="pres">
      <dgm:prSet presAssocID="{4F2E94C9-69E2-405A-8101-9715AC6DC858}" presName="circleB" presStyleLbl="node1" presStyleIdx="7" presStyleCnt="14"/>
      <dgm:spPr/>
    </dgm:pt>
    <dgm:pt modelId="{8A5FA737-96D4-48E9-A6D1-B485C1AC9ED9}" type="pres">
      <dgm:prSet presAssocID="{4F2E94C9-69E2-405A-8101-9715AC6DC858}" presName="spaceB" presStyleCnt="0"/>
      <dgm:spPr/>
    </dgm:pt>
    <dgm:pt modelId="{8558C2C8-0518-4C7A-8E9C-289D7C931214}" type="pres">
      <dgm:prSet presAssocID="{205C9114-AADE-4F12-96EC-AE55B0AD2134}" presName="space" presStyleCnt="0"/>
      <dgm:spPr/>
    </dgm:pt>
    <dgm:pt modelId="{DC26BCD0-3AF6-4384-8C62-00CEB7CD8652}" type="pres">
      <dgm:prSet presAssocID="{1697395E-F2D9-400C-A9BA-612C15AD5EAC}" presName="compositeA" presStyleCnt="0"/>
      <dgm:spPr/>
    </dgm:pt>
    <dgm:pt modelId="{2F42F162-516E-48F7-BD35-C850A9B8EF4C}" type="pres">
      <dgm:prSet presAssocID="{1697395E-F2D9-400C-A9BA-612C15AD5EAC}" presName="textA" presStyleLbl="revTx" presStyleIdx="8" presStyleCnt="14">
        <dgm:presLayoutVars>
          <dgm:bulletEnabled val="1"/>
        </dgm:presLayoutVars>
      </dgm:prSet>
      <dgm:spPr/>
    </dgm:pt>
    <dgm:pt modelId="{8BF798E4-19A5-47A5-AC2D-81ECC6BF257C}" type="pres">
      <dgm:prSet presAssocID="{1697395E-F2D9-400C-A9BA-612C15AD5EAC}" presName="circleA" presStyleLbl="node1" presStyleIdx="8" presStyleCnt="14"/>
      <dgm:spPr/>
    </dgm:pt>
    <dgm:pt modelId="{9FCAC4A7-D53E-46AA-9F4B-09B03ACF9C89}" type="pres">
      <dgm:prSet presAssocID="{1697395E-F2D9-400C-A9BA-612C15AD5EAC}" presName="spaceA" presStyleCnt="0"/>
      <dgm:spPr/>
    </dgm:pt>
    <dgm:pt modelId="{5C851598-F773-4E06-922F-908DDD8B7055}" type="pres">
      <dgm:prSet presAssocID="{4FC2A94B-7F53-4DCA-9921-B25EFF232DC6}" presName="space" presStyleCnt="0"/>
      <dgm:spPr/>
    </dgm:pt>
    <dgm:pt modelId="{E19E1428-112D-40A1-8A6C-96F4C5BDE4B1}" type="pres">
      <dgm:prSet presAssocID="{F51F316B-B6A0-41CA-973F-D08461CC916B}" presName="compositeB" presStyleCnt="0"/>
      <dgm:spPr/>
    </dgm:pt>
    <dgm:pt modelId="{6FC8609F-17DF-4B93-B517-5A5ABCF3C729}" type="pres">
      <dgm:prSet presAssocID="{F51F316B-B6A0-41CA-973F-D08461CC916B}" presName="textB" presStyleLbl="revTx" presStyleIdx="9" presStyleCnt="14">
        <dgm:presLayoutVars>
          <dgm:bulletEnabled val="1"/>
        </dgm:presLayoutVars>
      </dgm:prSet>
      <dgm:spPr/>
    </dgm:pt>
    <dgm:pt modelId="{223306D6-4D58-42E0-AFC6-87DCE5EF1529}" type="pres">
      <dgm:prSet presAssocID="{F51F316B-B6A0-41CA-973F-D08461CC916B}" presName="circleB" presStyleLbl="node1" presStyleIdx="9" presStyleCnt="14"/>
      <dgm:spPr/>
    </dgm:pt>
    <dgm:pt modelId="{22A93BB3-EDAF-4067-991D-FDB23177B633}" type="pres">
      <dgm:prSet presAssocID="{F51F316B-B6A0-41CA-973F-D08461CC916B}" presName="spaceB" presStyleCnt="0"/>
      <dgm:spPr/>
    </dgm:pt>
    <dgm:pt modelId="{BFEEFBE1-1E84-4A54-B93D-9B2FCB4E4553}" type="pres">
      <dgm:prSet presAssocID="{7396C62D-AECE-45CA-9CF2-2CE88EF22029}" presName="space" presStyleCnt="0"/>
      <dgm:spPr/>
    </dgm:pt>
    <dgm:pt modelId="{74D2DBD3-1566-44AC-9118-184A1900B114}" type="pres">
      <dgm:prSet presAssocID="{DBD56872-AB35-43A1-AE44-F9D79BF31F12}" presName="compositeA" presStyleCnt="0"/>
      <dgm:spPr/>
    </dgm:pt>
    <dgm:pt modelId="{70CFFA8B-46FB-416E-9048-7753234CA4DB}" type="pres">
      <dgm:prSet presAssocID="{DBD56872-AB35-43A1-AE44-F9D79BF31F12}" presName="textA" presStyleLbl="revTx" presStyleIdx="10" presStyleCnt="14">
        <dgm:presLayoutVars>
          <dgm:bulletEnabled val="1"/>
        </dgm:presLayoutVars>
      </dgm:prSet>
      <dgm:spPr/>
    </dgm:pt>
    <dgm:pt modelId="{CB788FF2-253B-4624-8D03-FBA98AED4F00}" type="pres">
      <dgm:prSet presAssocID="{DBD56872-AB35-43A1-AE44-F9D79BF31F12}" presName="circleA" presStyleLbl="node1" presStyleIdx="10" presStyleCnt="14"/>
      <dgm:spPr/>
    </dgm:pt>
    <dgm:pt modelId="{7903F915-72C2-4379-9D05-C95540FFE784}" type="pres">
      <dgm:prSet presAssocID="{DBD56872-AB35-43A1-AE44-F9D79BF31F12}" presName="spaceA" presStyleCnt="0"/>
      <dgm:spPr/>
    </dgm:pt>
    <dgm:pt modelId="{8BAAE255-51FE-4C8B-B211-31599EA96B27}" type="pres">
      <dgm:prSet presAssocID="{EAFF2C38-FE0E-4665-B78A-BF6C7BDDC98C}" presName="space" presStyleCnt="0"/>
      <dgm:spPr/>
    </dgm:pt>
    <dgm:pt modelId="{8E872B2F-0407-4546-978B-C59F3ABA621B}" type="pres">
      <dgm:prSet presAssocID="{2F4F0BAB-9250-4698-BFB3-19C2F870CCB6}" presName="compositeB" presStyleCnt="0"/>
      <dgm:spPr/>
    </dgm:pt>
    <dgm:pt modelId="{1DDB35A9-85BB-42DC-8085-F69D9B133684}" type="pres">
      <dgm:prSet presAssocID="{2F4F0BAB-9250-4698-BFB3-19C2F870CCB6}" presName="textB" presStyleLbl="revTx" presStyleIdx="11" presStyleCnt="14">
        <dgm:presLayoutVars>
          <dgm:bulletEnabled val="1"/>
        </dgm:presLayoutVars>
      </dgm:prSet>
      <dgm:spPr/>
    </dgm:pt>
    <dgm:pt modelId="{3EBFA38B-37A6-499E-92FE-C3B46D031B37}" type="pres">
      <dgm:prSet presAssocID="{2F4F0BAB-9250-4698-BFB3-19C2F870CCB6}" presName="circleB" presStyleLbl="node1" presStyleIdx="11" presStyleCnt="14"/>
      <dgm:spPr/>
    </dgm:pt>
    <dgm:pt modelId="{273C4656-E3A3-4A1F-B82D-6AC06B3D8607}" type="pres">
      <dgm:prSet presAssocID="{2F4F0BAB-9250-4698-BFB3-19C2F870CCB6}" presName="spaceB" presStyleCnt="0"/>
      <dgm:spPr/>
    </dgm:pt>
    <dgm:pt modelId="{565E92ED-697F-4FA7-9310-87015DB459C6}" type="pres">
      <dgm:prSet presAssocID="{463A0E45-A467-4E96-B3D7-E34314720DA7}" presName="space" presStyleCnt="0"/>
      <dgm:spPr/>
    </dgm:pt>
    <dgm:pt modelId="{11997A5B-F2E7-4086-8D68-B8EB1ACB23FA}" type="pres">
      <dgm:prSet presAssocID="{0A1BAA65-350D-42AB-8693-DBCFEFFBE727}" presName="compositeA" presStyleCnt="0"/>
      <dgm:spPr/>
    </dgm:pt>
    <dgm:pt modelId="{24AC4DE4-607D-4174-AD8D-495EF6CC0ED3}" type="pres">
      <dgm:prSet presAssocID="{0A1BAA65-350D-42AB-8693-DBCFEFFBE727}" presName="textA" presStyleLbl="revTx" presStyleIdx="12" presStyleCnt="14">
        <dgm:presLayoutVars>
          <dgm:bulletEnabled val="1"/>
        </dgm:presLayoutVars>
      </dgm:prSet>
      <dgm:spPr/>
    </dgm:pt>
    <dgm:pt modelId="{ADB74BA8-6A66-4AB4-A1F2-9411557F2CF0}" type="pres">
      <dgm:prSet presAssocID="{0A1BAA65-350D-42AB-8693-DBCFEFFBE727}" presName="circleA" presStyleLbl="node1" presStyleIdx="12" presStyleCnt="14"/>
      <dgm:spPr/>
    </dgm:pt>
    <dgm:pt modelId="{ABE73EFE-51B4-45F2-A941-C31683C02160}" type="pres">
      <dgm:prSet presAssocID="{0A1BAA65-350D-42AB-8693-DBCFEFFBE727}" presName="spaceA" presStyleCnt="0"/>
      <dgm:spPr/>
    </dgm:pt>
    <dgm:pt modelId="{EFEF9240-5473-403C-A21A-D26B8A554B4A}" type="pres">
      <dgm:prSet presAssocID="{CDEB04AF-4CCC-42D2-BE89-16F0812DF59C}" presName="space" presStyleCnt="0"/>
      <dgm:spPr/>
    </dgm:pt>
    <dgm:pt modelId="{3E3E97E3-F737-4490-BF54-F7DA238C6446}" type="pres">
      <dgm:prSet presAssocID="{96108E62-12D8-49E5-9DC7-B7F4FBD5E671}" presName="compositeB" presStyleCnt="0"/>
      <dgm:spPr/>
    </dgm:pt>
    <dgm:pt modelId="{7520D75A-09DD-46B3-A8ED-BC4A8934A6EA}" type="pres">
      <dgm:prSet presAssocID="{96108E62-12D8-49E5-9DC7-B7F4FBD5E671}" presName="textB" presStyleLbl="revTx" presStyleIdx="13" presStyleCnt="14">
        <dgm:presLayoutVars>
          <dgm:bulletEnabled val="1"/>
        </dgm:presLayoutVars>
      </dgm:prSet>
      <dgm:spPr/>
    </dgm:pt>
    <dgm:pt modelId="{E75F3C0A-EB8E-4B3A-B675-B54FFE835D9E}" type="pres">
      <dgm:prSet presAssocID="{96108E62-12D8-49E5-9DC7-B7F4FBD5E671}" presName="circleB" presStyleLbl="node1" presStyleIdx="13" presStyleCnt="14"/>
      <dgm:spPr/>
    </dgm:pt>
    <dgm:pt modelId="{B2BB19D2-0BF8-4CF2-A1AC-07BB28D129B7}" type="pres">
      <dgm:prSet presAssocID="{96108E62-12D8-49E5-9DC7-B7F4FBD5E671}" presName="spaceB" presStyleCnt="0"/>
      <dgm:spPr/>
    </dgm:pt>
  </dgm:ptLst>
  <dgm:cxnLst>
    <dgm:cxn modelId="{BDD84302-F226-4C3F-9585-9B8CD6EECDD5}" srcId="{36882F53-5B46-410E-B281-D9C176F58EE0}" destId="{2F4F0BAB-9250-4698-BFB3-19C2F870CCB6}" srcOrd="11" destOrd="0" parTransId="{98D8BF87-1B7F-4583-8379-119E76B0E14A}" sibTransId="{463A0E45-A467-4E96-B3D7-E34314720DA7}"/>
    <dgm:cxn modelId="{D764A705-87B4-4C04-A4A0-621FC3F8065A}" srcId="{36882F53-5B46-410E-B281-D9C176F58EE0}" destId="{1219BF2D-EF7B-4F98-9045-7BE36E96A65D}" srcOrd="4" destOrd="0" parTransId="{6D47257E-2540-4DE6-B326-A46DE55BF1D2}" sibTransId="{00C6B314-76AA-48D8-9A6F-6F3C6C484071}"/>
    <dgm:cxn modelId="{FAC20F06-4A62-4B40-A260-64228DAA03E0}" type="presOf" srcId="{02EB04C5-C356-4872-9F08-5F5F6A5C50DC}" destId="{4F4A110C-7747-4955-84CA-9CC349161AC2}" srcOrd="0" destOrd="0" presId="urn:microsoft.com/office/officeart/2005/8/layout/hProcess11"/>
    <dgm:cxn modelId="{41AFAC1E-89E5-4112-BD72-7E1772790407}" type="presOf" srcId="{6E52DDA2-A65A-4F79-9495-27064C6DD251}" destId="{F18E6B9D-4921-431A-A532-1F31B212596D}" srcOrd="0" destOrd="0" presId="urn:microsoft.com/office/officeart/2005/8/layout/hProcess11"/>
    <dgm:cxn modelId="{CD428722-46CC-4BC1-8DAB-34BCACC6DD51}" type="presOf" srcId="{1697395E-F2D9-400C-A9BA-612C15AD5EAC}" destId="{2F42F162-516E-48F7-BD35-C850A9B8EF4C}" srcOrd="0" destOrd="0" presId="urn:microsoft.com/office/officeart/2005/8/layout/hProcess11"/>
    <dgm:cxn modelId="{9CA44428-D39C-41A5-9FAB-5BC1891F49A8}" type="presOf" srcId="{2F4F0BAB-9250-4698-BFB3-19C2F870CCB6}" destId="{1DDB35A9-85BB-42DC-8085-F69D9B133684}" srcOrd="0" destOrd="0" presId="urn:microsoft.com/office/officeart/2005/8/layout/hProcess11"/>
    <dgm:cxn modelId="{F75F8D2A-DD29-4100-B5C5-6BFCF3B38CBD}" srcId="{36882F53-5B46-410E-B281-D9C176F58EE0}" destId="{6E0FC592-39BE-42E1-9D73-64EBE20CEBB1}" srcOrd="1" destOrd="0" parTransId="{477C96CD-2FC7-4A7C-9CC0-CF37EC6AFDEA}" sibTransId="{1FF919CA-3447-4ADE-AD85-C1BEBE103E2D}"/>
    <dgm:cxn modelId="{05C49C2F-5C27-4FC9-95FC-E196268DD7AB}" type="presOf" srcId="{DF2DCE73-60CF-4494-B212-75F5E0A40ECF}" destId="{D1CDB62E-6AA5-4ECF-A794-FB7DC3ABA9AC}" srcOrd="0" destOrd="0" presId="urn:microsoft.com/office/officeart/2005/8/layout/hProcess11"/>
    <dgm:cxn modelId="{60769536-3B92-4A8B-B614-4C2B70C996D7}" type="presOf" srcId="{1219BF2D-EF7B-4F98-9045-7BE36E96A65D}" destId="{44EA16B0-1979-4983-9074-D4A26ACE2AC7}" srcOrd="0" destOrd="0" presId="urn:microsoft.com/office/officeart/2005/8/layout/hProcess11"/>
    <dgm:cxn modelId="{76FD543F-621E-4CD9-A2D8-5AA5945A1213}" srcId="{36882F53-5B46-410E-B281-D9C176F58EE0}" destId="{6E52DDA2-A65A-4F79-9495-27064C6DD251}" srcOrd="5" destOrd="0" parTransId="{60FD9228-6049-4889-BCBE-37166D7E0BA6}" sibTransId="{CAA28922-3BE4-4B9F-979F-3F3D2D44B95C}"/>
    <dgm:cxn modelId="{F455D863-C718-4316-8A43-F782F4DBDCCF}" type="presOf" srcId="{6E0FC592-39BE-42E1-9D73-64EBE20CEBB1}" destId="{E51B2F1B-DD98-44AB-A08E-FE35D4EC59FD}" srcOrd="0" destOrd="0" presId="urn:microsoft.com/office/officeart/2005/8/layout/hProcess11"/>
    <dgm:cxn modelId="{BABDE954-47EB-44B6-A39E-73FEFE9CDA5E}" srcId="{36882F53-5B46-410E-B281-D9C176F58EE0}" destId="{02EB04C5-C356-4872-9F08-5F5F6A5C50DC}" srcOrd="3" destOrd="0" parTransId="{429489A4-390E-4EB1-B068-8CB64AE9757A}" sibTransId="{3A0AA1B6-B5F8-457B-8669-0692B11E222A}"/>
    <dgm:cxn modelId="{FDD6825A-1D02-4A8F-BCE0-5902073A955E}" type="presOf" srcId="{F51F316B-B6A0-41CA-973F-D08461CC916B}" destId="{6FC8609F-17DF-4B93-B517-5A5ABCF3C729}" srcOrd="0" destOrd="0" presId="urn:microsoft.com/office/officeart/2005/8/layout/hProcess11"/>
    <dgm:cxn modelId="{04D3C67B-12A8-413B-9477-AFE88CB27479}" srcId="{36882F53-5B46-410E-B281-D9C176F58EE0}" destId="{DF2DCE73-60CF-4494-B212-75F5E0A40ECF}" srcOrd="2" destOrd="0" parTransId="{E8616D20-C45D-42AA-83EC-F84EAFABCA21}" sibTransId="{EB0DF9DB-47E9-4787-AADC-D365528E73FB}"/>
    <dgm:cxn modelId="{D53BC981-B051-4D3B-9106-E662F465B993}" srcId="{36882F53-5B46-410E-B281-D9C176F58EE0}" destId="{96108E62-12D8-49E5-9DC7-B7F4FBD5E671}" srcOrd="13" destOrd="0" parTransId="{D739A61E-8C45-432C-84A6-BEE512112E8F}" sibTransId="{CCA8DE0C-4F3C-42F6-922C-E7DC51A56744}"/>
    <dgm:cxn modelId="{13BA9C88-D3DC-4D11-8919-8FD38C0FF028}" srcId="{36882F53-5B46-410E-B281-D9C176F58EE0}" destId="{1697395E-F2D9-400C-A9BA-612C15AD5EAC}" srcOrd="8" destOrd="0" parTransId="{097D67A0-B62F-4394-B046-EA808F77A39A}" sibTransId="{4FC2A94B-7F53-4DCA-9921-B25EFF232DC6}"/>
    <dgm:cxn modelId="{68EDCE88-18ED-466B-B602-076AC8348E5E}" srcId="{36882F53-5B46-410E-B281-D9C176F58EE0}" destId="{F51F316B-B6A0-41CA-973F-D08461CC916B}" srcOrd="9" destOrd="0" parTransId="{714E514A-2F8B-45B3-A1D5-0B3773C13D31}" sibTransId="{7396C62D-AECE-45CA-9CF2-2CE88EF22029}"/>
    <dgm:cxn modelId="{02481A90-0E42-4DD2-8D3E-CBF0101C0631}" type="presOf" srcId="{36882F53-5B46-410E-B281-D9C176F58EE0}" destId="{ACFFD8D5-E0F5-490A-81C8-B497FFB3D574}" srcOrd="0" destOrd="0" presId="urn:microsoft.com/office/officeart/2005/8/layout/hProcess11"/>
    <dgm:cxn modelId="{87E1EA90-0B28-494E-A3DA-236D2A1FD90B}" srcId="{36882F53-5B46-410E-B281-D9C176F58EE0}" destId="{2531699A-CBFE-41A7-BD5A-2A0CFDB9952E}" srcOrd="6" destOrd="0" parTransId="{537D9162-2155-40EC-B1DE-4E0C55B9F127}" sibTransId="{B8C09882-BB59-4A28-AC0A-8A94B3983E13}"/>
    <dgm:cxn modelId="{6199899B-3243-46A9-8354-6AFDF96FEE27}" srcId="{36882F53-5B46-410E-B281-D9C176F58EE0}" destId="{DBD56872-AB35-43A1-AE44-F9D79BF31F12}" srcOrd="10" destOrd="0" parTransId="{26E9CE4C-E893-4E60-B547-9842F3B9EAEE}" sibTransId="{EAFF2C38-FE0E-4665-B78A-BF6C7BDDC98C}"/>
    <dgm:cxn modelId="{250F2EA9-4B53-4BA6-AAF8-037388866A0F}" type="presOf" srcId="{DBD56872-AB35-43A1-AE44-F9D79BF31F12}" destId="{70CFFA8B-46FB-416E-9048-7753234CA4DB}" srcOrd="0" destOrd="0" presId="urn:microsoft.com/office/officeart/2005/8/layout/hProcess11"/>
    <dgm:cxn modelId="{854100AF-1C5B-4F0E-A8C6-0765CB166AE5}" type="presOf" srcId="{4F2E94C9-69E2-405A-8101-9715AC6DC858}" destId="{5B7AFDC1-3FF6-4879-B36E-3089D89937B7}" srcOrd="0" destOrd="0" presId="urn:microsoft.com/office/officeart/2005/8/layout/hProcess11"/>
    <dgm:cxn modelId="{D20D52BE-15D2-402E-B9D2-54845B1673C3}" srcId="{36882F53-5B46-410E-B281-D9C176F58EE0}" destId="{0A1BAA65-350D-42AB-8693-DBCFEFFBE727}" srcOrd="12" destOrd="0" parTransId="{953EE0B4-2410-4392-95FB-2380BD0BF3A7}" sibTransId="{CDEB04AF-4CCC-42D2-BE89-16F0812DF59C}"/>
    <dgm:cxn modelId="{78BEB7C3-A2B4-4F61-9EEE-AD206D2AF0EB}" type="presOf" srcId="{0A1BAA65-350D-42AB-8693-DBCFEFFBE727}" destId="{24AC4DE4-607D-4174-AD8D-495EF6CC0ED3}" srcOrd="0" destOrd="0" presId="urn:microsoft.com/office/officeart/2005/8/layout/hProcess11"/>
    <dgm:cxn modelId="{81F8B6CB-C136-4138-9ED8-FC1FA0937501}" type="presOf" srcId="{96108E62-12D8-49E5-9DC7-B7F4FBD5E671}" destId="{7520D75A-09DD-46B3-A8ED-BC4A8934A6EA}" srcOrd="0" destOrd="0" presId="urn:microsoft.com/office/officeart/2005/8/layout/hProcess11"/>
    <dgm:cxn modelId="{318120D6-F7FA-4131-BCFC-48F4EEFE1586}" type="presOf" srcId="{2531699A-CBFE-41A7-BD5A-2A0CFDB9952E}" destId="{95B3E740-B67A-4A73-A97A-B34B3FC18B6A}" srcOrd="0" destOrd="0" presId="urn:microsoft.com/office/officeart/2005/8/layout/hProcess11"/>
    <dgm:cxn modelId="{0237C6D9-1BDC-4197-90D7-2AA84E176041}" srcId="{36882F53-5B46-410E-B281-D9C176F58EE0}" destId="{B469A5B1-F82B-492B-94FA-24A3A9971077}" srcOrd="0" destOrd="0" parTransId="{F1D94EC9-2E19-4B1F-AEB2-C772A2390A2D}" sibTransId="{89A8E044-6DD3-4C9E-A268-794223C52D97}"/>
    <dgm:cxn modelId="{81DAC5F0-2EC4-4E3F-9C45-CA5358E2BFB0}" type="presOf" srcId="{B469A5B1-F82B-492B-94FA-24A3A9971077}" destId="{8944A6C5-2EA3-4685-B951-531C0EF53D73}" srcOrd="0" destOrd="0" presId="urn:microsoft.com/office/officeart/2005/8/layout/hProcess11"/>
    <dgm:cxn modelId="{85E87BF6-C698-4D7E-8F6F-0B15470B9D2F}" srcId="{36882F53-5B46-410E-B281-D9C176F58EE0}" destId="{4F2E94C9-69E2-405A-8101-9715AC6DC858}" srcOrd="7" destOrd="0" parTransId="{D3765389-BED3-47D2-8FA6-BF09765CC113}" sibTransId="{205C9114-AADE-4F12-96EC-AE55B0AD2134}"/>
    <dgm:cxn modelId="{2575B9ED-6B71-4933-8C0C-289320AC12CB}" type="presParOf" srcId="{ACFFD8D5-E0F5-490A-81C8-B497FFB3D574}" destId="{FB276FF6-89D2-4E5D-8DE9-DB5AB8FA9CB4}" srcOrd="0" destOrd="0" presId="urn:microsoft.com/office/officeart/2005/8/layout/hProcess11"/>
    <dgm:cxn modelId="{0DBEB19D-E38C-45DE-AE1A-A07CFC27C1BE}" type="presParOf" srcId="{ACFFD8D5-E0F5-490A-81C8-B497FFB3D574}" destId="{0862B882-2731-4AC3-9C3A-525673275B41}" srcOrd="1" destOrd="0" presId="urn:microsoft.com/office/officeart/2005/8/layout/hProcess11"/>
    <dgm:cxn modelId="{43D7FA08-C7B7-4057-B51B-4B10830DBF69}" type="presParOf" srcId="{0862B882-2731-4AC3-9C3A-525673275B41}" destId="{5BD49148-8B60-4AA2-93E1-CBF5AEEDC8CC}" srcOrd="0" destOrd="0" presId="urn:microsoft.com/office/officeart/2005/8/layout/hProcess11"/>
    <dgm:cxn modelId="{E92A5392-7981-4E66-A462-49A17FC48BEC}" type="presParOf" srcId="{5BD49148-8B60-4AA2-93E1-CBF5AEEDC8CC}" destId="{8944A6C5-2EA3-4685-B951-531C0EF53D73}" srcOrd="0" destOrd="0" presId="urn:microsoft.com/office/officeart/2005/8/layout/hProcess11"/>
    <dgm:cxn modelId="{DBFE6754-3945-40A3-A38A-334F3112F1FB}" type="presParOf" srcId="{5BD49148-8B60-4AA2-93E1-CBF5AEEDC8CC}" destId="{B1221131-EFB3-49C2-9659-ECBDBD9F6C80}" srcOrd="1" destOrd="0" presId="urn:microsoft.com/office/officeart/2005/8/layout/hProcess11"/>
    <dgm:cxn modelId="{977CF904-25AD-4C62-8B69-0D417C11A1E7}" type="presParOf" srcId="{5BD49148-8B60-4AA2-93E1-CBF5AEEDC8CC}" destId="{CC5AE6DE-CB15-401E-94DB-29E91C075843}" srcOrd="2" destOrd="0" presId="urn:microsoft.com/office/officeart/2005/8/layout/hProcess11"/>
    <dgm:cxn modelId="{CEB8A758-59AA-43C9-86EB-9F86299E7838}" type="presParOf" srcId="{0862B882-2731-4AC3-9C3A-525673275B41}" destId="{5244934D-4C13-4F4A-8561-622969DA2F80}" srcOrd="1" destOrd="0" presId="urn:microsoft.com/office/officeart/2005/8/layout/hProcess11"/>
    <dgm:cxn modelId="{DCCC50DA-3E5F-4DA0-A3D0-9D0A4E6CF904}" type="presParOf" srcId="{0862B882-2731-4AC3-9C3A-525673275B41}" destId="{1E0D62B2-2EAD-493B-8485-A9042FAA7191}" srcOrd="2" destOrd="0" presId="urn:microsoft.com/office/officeart/2005/8/layout/hProcess11"/>
    <dgm:cxn modelId="{037F3CFC-C81C-43F2-B483-420D253D5647}" type="presParOf" srcId="{1E0D62B2-2EAD-493B-8485-A9042FAA7191}" destId="{E51B2F1B-DD98-44AB-A08E-FE35D4EC59FD}" srcOrd="0" destOrd="0" presId="urn:microsoft.com/office/officeart/2005/8/layout/hProcess11"/>
    <dgm:cxn modelId="{6747EE3C-5B22-4378-A904-D0B98FF11BB4}" type="presParOf" srcId="{1E0D62B2-2EAD-493B-8485-A9042FAA7191}" destId="{A5254795-D619-4497-9A8D-EC7EB5D0FA3A}" srcOrd="1" destOrd="0" presId="urn:microsoft.com/office/officeart/2005/8/layout/hProcess11"/>
    <dgm:cxn modelId="{2C25B6A3-14C9-4E36-9D0F-9A81AF1FC85B}" type="presParOf" srcId="{1E0D62B2-2EAD-493B-8485-A9042FAA7191}" destId="{7F637207-03CF-4CFC-A0BE-80488AAC4F61}" srcOrd="2" destOrd="0" presId="urn:microsoft.com/office/officeart/2005/8/layout/hProcess11"/>
    <dgm:cxn modelId="{30CDD1B4-22D4-43E2-A5DF-66D921E09975}" type="presParOf" srcId="{0862B882-2731-4AC3-9C3A-525673275B41}" destId="{EC4D7447-677F-4EFD-9B9E-D0E9A392F693}" srcOrd="3" destOrd="0" presId="urn:microsoft.com/office/officeart/2005/8/layout/hProcess11"/>
    <dgm:cxn modelId="{5E46F9DC-1B69-4123-8625-36DB8C7071BC}" type="presParOf" srcId="{0862B882-2731-4AC3-9C3A-525673275B41}" destId="{9566A1D3-7F13-433B-B089-E15D64D9BEBF}" srcOrd="4" destOrd="0" presId="urn:microsoft.com/office/officeart/2005/8/layout/hProcess11"/>
    <dgm:cxn modelId="{D2D9CA91-C527-41CC-96E0-F1B9FE9832AF}" type="presParOf" srcId="{9566A1D3-7F13-433B-B089-E15D64D9BEBF}" destId="{D1CDB62E-6AA5-4ECF-A794-FB7DC3ABA9AC}" srcOrd="0" destOrd="0" presId="urn:microsoft.com/office/officeart/2005/8/layout/hProcess11"/>
    <dgm:cxn modelId="{6E630B6C-2D6F-48F5-AD70-8331D7827CA9}" type="presParOf" srcId="{9566A1D3-7F13-433B-B089-E15D64D9BEBF}" destId="{5D4C9280-A0F7-4CC8-AA2B-BA9F7E696FC1}" srcOrd="1" destOrd="0" presId="urn:microsoft.com/office/officeart/2005/8/layout/hProcess11"/>
    <dgm:cxn modelId="{1632B64C-E504-4FC8-A5D1-6ADE7558710C}" type="presParOf" srcId="{9566A1D3-7F13-433B-B089-E15D64D9BEBF}" destId="{A180E950-3E2F-4578-9207-C0D04F0DDCB7}" srcOrd="2" destOrd="0" presId="urn:microsoft.com/office/officeart/2005/8/layout/hProcess11"/>
    <dgm:cxn modelId="{FBDBB9F3-EFF8-41D7-AC47-F870462EB147}" type="presParOf" srcId="{0862B882-2731-4AC3-9C3A-525673275B41}" destId="{F4ABB3A8-A456-4746-81AA-51FE03736239}" srcOrd="5" destOrd="0" presId="urn:microsoft.com/office/officeart/2005/8/layout/hProcess11"/>
    <dgm:cxn modelId="{403D6A5A-8BF4-4C82-80EB-9C7CAAF6CAE1}" type="presParOf" srcId="{0862B882-2731-4AC3-9C3A-525673275B41}" destId="{823AA07A-C96D-4C23-943C-11C8F135830D}" srcOrd="6" destOrd="0" presId="urn:microsoft.com/office/officeart/2005/8/layout/hProcess11"/>
    <dgm:cxn modelId="{7E586C10-D5DD-4EC7-BFD2-6961F18B567A}" type="presParOf" srcId="{823AA07A-C96D-4C23-943C-11C8F135830D}" destId="{4F4A110C-7747-4955-84CA-9CC349161AC2}" srcOrd="0" destOrd="0" presId="urn:microsoft.com/office/officeart/2005/8/layout/hProcess11"/>
    <dgm:cxn modelId="{CF5A2DD5-910C-4C57-B68D-5BC0E86818E9}" type="presParOf" srcId="{823AA07A-C96D-4C23-943C-11C8F135830D}" destId="{228056F0-2876-4FCB-86C0-4F856117D570}" srcOrd="1" destOrd="0" presId="urn:microsoft.com/office/officeart/2005/8/layout/hProcess11"/>
    <dgm:cxn modelId="{6AF96626-BC5B-4066-BADD-05ACD5602F22}" type="presParOf" srcId="{823AA07A-C96D-4C23-943C-11C8F135830D}" destId="{574A1F94-7843-4D33-9AA4-20EEC4EF6ED6}" srcOrd="2" destOrd="0" presId="urn:microsoft.com/office/officeart/2005/8/layout/hProcess11"/>
    <dgm:cxn modelId="{D5C2E24F-5082-4A54-9FF0-2756D2CC8121}" type="presParOf" srcId="{0862B882-2731-4AC3-9C3A-525673275B41}" destId="{F63DAA78-3479-4511-949C-219183FA961C}" srcOrd="7" destOrd="0" presId="urn:microsoft.com/office/officeart/2005/8/layout/hProcess11"/>
    <dgm:cxn modelId="{7E65AE2F-CDC9-48CF-8022-87B336AA581F}" type="presParOf" srcId="{0862B882-2731-4AC3-9C3A-525673275B41}" destId="{41211283-DBE6-4998-8BBB-600C10D51C7C}" srcOrd="8" destOrd="0" presId="urn:microsoft.com/office/officeart/2005/8/layout/hProcess11"/>
    <dgm:cxn modelId="{A787DCF0-19F0-4C0F-8129-11E6A88BEAD3}" type="presParOf" srcId="{41211283-DBE6-4998-8BBB-600C10D51C7C}" destId="{44EA16B0-1979-4983-9074-D4A26ACE2AC7}" srcOrd="0" destOrd="0" presId="urn:microsoft.com/office/officeart/2005/8/layout/hProcess11"/>
    <dgm:cxn modelId="{EEA71C87-CA1F-4087-842C-207B2E639169}" type="presParOf" srcId="{41211283-DBE6-4998-8BBB-600C10D51C7C}" destId="{2136133D-2AAE-417C-8638-AD9DD2A84B85}" srcOrd="1" destOrd="0" presId="urn:microsoft.com/office/officeart/2005/8/layout/hProcess11"/>
    <dgm:cxn modelId="{CB2240A4-C261-445C-B35C-F6D7ADC749C8}" type="presParOf" srcId="{41211283-DBE6-4998-8BBB-600C10D51C7C}" destId="{0F40E09E-0576-48A9-AC15-D19F146178C1}" srcOrd="2" destOrd="0" presId="urn:microsoft.com/office/officeart/2005/8/layout/hProcess11"/>
    <dgm:cxn modelId="{FE4D6E13-6902-429B-A8F9-755EB58F5A67}" type="presParOf" srcId="{0862B882-2731-4AC3-9C3A-525673275B41}" destId="{7D2FF725-9BE4-4527-B1AD-868A97994B2E}" srcOrd="9" destOrd="0" presId="urn:microsoft.com/office/officeart/2005/8/layout/hProcess11"/>
    <dgm:cxn modelId="{B23457E6-7F69-428D-B144-DEDF9BDB644C}" type="presParOf" srcId="{0862B882-2731-4AC3-9C3A-525673275B41}" destId="{B12F878F-8AD4-4A69-9DAD-150CA597ECE8}" srcOrd="10" destOrd="0" presId="urn:microsoft.com/office/officeart/2005/8/layout/hProcess11"/>
    <dgm:cxn modelId="{4A0C4D1F-4FE9-46CD-8E88-0AFC7ECECF53}" type="presParOf" srcId="{B12F878F-8AD4-4A69-9DAD-150CA597ECE8}" destId="{F18E6B9D-4921-431A-A532-1F31B212596D}" srcOrd="0" destOrd="0" presId="urn:microsoft.com/office/officeart/2005/8/layout/hProcess11"/>
    <dgm:cxn modelId="{F805996C-B3B4-4395-BAAB-81CD9D70EC2C}" type="presParOf" srcId="{B12F878F-8AD4-4A69-9DAD-150CA597ECE8}" destId="{A07B39AF-CFDD-48F6-99B5-5AB2CF4E6629}" srcOrd="1" destOrd="0" presId="urn:microsoft.com/office/officeart/2005/8/layout/hProcess11"/>
    <dgm:cxn modelId="{8A466637-3475-4347-8FEC-951186753087}" type="presParOf" srcId="{B12F878F-8AD4-4A69-9DAD-150CA597ECE8}" destId="{C5718536-E153-4DF3-8D53-0A16C60EF37B}" srcOrd="2" destOrd="0" presId="urn:microsoft.com/office/officeart/2005/8/layout/hProcess11"/>
    <dgm:cxn modelId="{11FE3B73-228F-4E0D-AA4B-D37D0F1F0E7F}" type="presParOf" srcId="{0862B882-2731-4AC3-9C3A-525673275B41}" destId="{5804F61B-B240-4B99-9A47-FD8419793D1A}" srcOrd="11" destOrd="0" presId="urn:microsoft.com/office/officeart/2005/8/layout/hProcess11"/>
    <dgm:cxn modelId="{46C1BFDC-07D6-455A-82D0-98E1819F272E}" type="presParOf" srcId="{0862B882-2731-4AC3-9C3A-525673275B41}" destId="{BCE46E56-271F-4702-8349-1006768E8E9F}" srcOrd="12" destOrd="0" presId="urn:microsoft.com/office/officeart/2005/8/layout/hProcess11"/>
    <dgm:cxn modelId="{4E3D8EED-2F1E-40C6-8614-09534A85A3A9}" type="presParOf" srcId="{BCE46E56-271F-4702-8349-1006768E8E9F}" destId="{95B3E740-B67A-4A73-A97A-B34B3FC18B6A}" srcOrd="0" destOrd="0" presId="urn:microsoft.com/office/officeart/2005/8/layout/hProcess11"/>
    <dgm:cxn modelId="{730A21AB-9AF1-4324-BC3E-D8F712E1675A}" type="presParOf" srcId="{BCE46E56-271F-4702-8349-1006768E8E9F}" destId="{69744F8A-733A-4F48-969E-7B1AD216846A}" srcOrd="1" destOrd="0" presId="urn:microsoft.com/office/officeart/2005/8/layout/hProcess11"/>
    <dgm:cxn modelId="{C06FDC65-989B-4D84-9BAA-6B6AE0B3DF8E}" type="presParOf" srcId="{BCE46E56-271F-4702-8349-1006768E8E9F}" destId="{9625037E-CD41-44D3-8EBB-F613D0682557}" srcOrd="2" destOrd="0" presId="urn:microsoft.com/office/officeart/2005/8/layout/hProcess11"/>
    <dgm:cxn modelId="{FE109466-D9AF-47A4-A93A-8AA8EAEFEB49}" type="presParOf" srcId="{0862B882-2731-4AC3-9C3A-525673275B41}" destId="{6EE28554-7732-41E0-94A6-514D37FC48C0}" srcOrd="13" destOrd="0" presId="urn:microsoft.com/office/officeart/2005/8/layout/hProcess11"/>
    <dgm:cxn modelId="{34C04039-F7FB-4E64-950C-67B342D7FC61}" type="presParOf" srcId="{0862B882-2731-4AC3-9C3A-525673275B41}" destId="{B4DBEF41-3994-442C-8DF3-A450892182B2}" srcOrd="14" destOrd="0" presId="urn:microsoft.com/office/officeart/2005/8/layout/hProcess11"/>
    <dgm:cxn modelId="{E6B0F13E-2D84-4323-AF9D-E190865959AC}" type="presParOf" srcId="{B4DBEF41-3994-442C-8DF3-A450892182B2}" destId="{5B7AFDC1-3FF6-4879-B36E-3089D89937B7}" srcOrd="0" destOrd="0" presId="urn:microsoft.com/office/officeart/2005/8/layout/hProcess11"/>
    <dgm:cxn modelId="{B7EE6D74-3D03-4679-87DB-D639622D479F}" type="presParOf" srcId="{B4DBEF41-3994-442C-8DF3-A450892182B2}" destId="{1B658DF9-F472-4071-8B4E-2F9AD01886D2}" srcOrd="1" destOrd="0" presId="urn:microsoft.com/office/officeart/2005/8/layout/hProcess11"/>
    <dgm:cxn modelId="{74ABD6BA-A0ED-483A-B659-B0DDB0039D4F}" type="presParOf" srcId="{B4DBEF41-3994-442C-8DF3-A450892182B2}" destId="{8A5FA737-96D4-48E9-A6D1-B485C1AC9ED9}" srcOrd="2" destOrd="0" presId="urn:microsoft.com/office/officeart/2005/8/layout/hProcess11"/>
    <dgm:cxn modelId="{FAE22D5E-29C8-43F9-995A-1D897902FE8B}" type="presParOf" srcId="{0862B882-2731-4AC3-9C3A-525673275B41}" destId="{8558C2C8-0518-4C7A-8E9C-289D7C931214}" srcOrd="15" destOrd="0" presId="urn:microsoft.com/office/officeart/2005/8/layout/hProcess11"/>
    <dgm:cxn modelId="{B263AADC-AB5F-477F-8C2B-C538823B318E}" type="presParOf" srcId="{0862B882-2731-4AC3-9C3A-525673275B41}" destId="{DC26BCD0-3AF6-4384-8C62-00CEB7CD8652}" srcOrd="16" destOrd="0" presId="urn:microsoft.com/office/officeart/2005/8/layout/hProcess11"/>
    <dgm:cxn modelId="{3AD40FD3-F1A4-4C00-8373-2C402F746682}" type="presParOf" srcId="{DC26BCD0-3AF6-4384-8C62-00CEB7CD8652}" destId="{2F42F162-516E-48F7-BD35-C850A9B8EF4C}" srcOrd="0" destOrd="0" presId="urn:microsoft.com/office/officeart/2005/8/layout/hProcess11"/>
    <dgm:cxn modelId="{5FEDCEB4-2493-4048-ABD7-49783FF80196}" type="presParOf" srcId="{DC26BCD0-3AF6-4384-8C62-00CEB7CD8652}" destId="{8BF798E4-19A5-47A5-AC2D-81ECC6BF257C}" srcOrd="1" destOrd="0" presId="urn:microsoft.com/office/officeart/2005/8/layout/hProcess11"/>
    <dgm:cxn modelId="{1DD49F56-A85E-4ACF-A65E-8D5BD11A1C42}" type="presParOf" srcId="{DC26BCD0-3AF6-4384-8C62-00CEB7CD8652}" destId="{9FCAC4A7-D53E-46AA-9F4B-09B03ACF9C89}" srcOrd="2" destOrd="0" presId="urn:microsoft.com/office/officeart/2005/8/layout/hProcess11"/>
    <dgm:cxn modelId="{7676F76C-B06D-443B-B1C8-1BDA67456C9D}" type="presParOf" srcId="{0862B882-2731-4AC3-9C3A-525673275B41}" destId="{5C851598-F773-4E06-922F-908DDD8B7055}" srcOrd="17" destOrd="0" presId="urn:microsoft.com/office/officeart/2005/8/layout/hProcess11"/>
    <dgm:cxn modelId="{9C4F1DF8-FAD3-4905-8C70-B8BFBB412C8B}" type="presParOf" srcId="{0862B882-2731-4AC3-9C3A-525673275B41}" destId="{E19E1428-112D-40A1-8A6C-96F4C5BDE4B1}" srcOrd="18" destOrd="0" presId="urn:microsoft.com/office/officeart/2005/8/layout/hProcess11"/>
    <dgm:cxn modelId="{AC2AF539-9419-4052-A03F-9607F64BCA72}" type="presParOf" srcId="{E19E1428-112D-40A1-8A6C-96F4C5BDE4B1}" destId="{6FC8609F-17DF-4B93-B517-5A5ABCF3C729}" srcOrd="0" destOrd="0" presId="urn:microsoft.com/office/officeart/2005/8/layout/hProcess11"/>
    <dgm:cxn modelId="{403AD037-9735-4BA1-B6D6-323C772AFE49}" type="presParOf" srcId="{E19E1428-112D-40A1-8A6C-96F4C5BDE4B1}" destId="{223306D6-4D58-42E0-AFC6-87DCE5EF1529}" srcOrd="1" destOrd="0" presId="urn:microsoft.com/office/officeart/2005/8/layout/hProcess11"/>
    <dgm:cxn modelId="{769EBDB8-BF4E-42BB-8DF9-547D801E16ED}" type="presParOf" srcId="{E19E1428-112D-40A1-8A6C-96F4C5BDE4B1}" destId="{22A93BB3-EDAF-4067-991D-FDB23177B633}" srcOrd="2" destOrd="0" presId="urn:microsoft.com/office/officeart/2005/8/layout/hProcess11"/>
    <dgm:cxn modelId="{E8D76832-CFA3-4079-98BB-E968F02DAAE0}" type="presParOf" srcId="{0862B882-2731-4AC3-9C3A-525673275B41}" destId="{BFEEFBE1-1E84-4A54-B93D-9B2FCB4E4553}" srcOrd="19" destOrd="0" presId="urn:microsoft.com/office/officeart/2005/8/layout/hProcess11"/>
    <dgm:cxn modelId="{0999E9E1-46D4-47D9-955F-8D08E78F6EA3}" type="presParOf" srcId="{0862B882-2731-4AC3-9C3A-525673275B41}" destId="{74D2DBD3-1566-44AC-9118-184A1900B114}" srcOrd="20" destOrd="0" presId="urn:microsoft.com/office/officeart/2005/8/layout/hProcess11"/>
    <dgm:cxn modelId="{923B3650-260A-4175-991E-E106EF76561A}" type="presParOf" srcId="{74D2DBD3-1566-44AC-9118-184A1900B114}" destId="{70CFFA8B-46FB-416E-9048-7753234CA4DB}" srcOrd="0" destOrd="0" presId="urn:microsoft.com/office/officeart/2005/8/layout/hProcess11"/>
    <dgm:cxn modelId="{AC236C17-0710-4D45-BA4D-B9A3D9ADC92E}" type="presParOf" srcId="{74D2DBD3-1566-44AC-9118-184A1900B114}" destId="{CB788FF2-253B-4624-8D03-FBA98AED4F00}" srcOrd="1" destOrd="0" presId="urn:microsoft.com/office/officeart/2005/8/layout/hProcess11"/>
    <dgm:cxn modelId="{DDCE94B9-9D0E-466F-A4CB-BB451E226E70}" type="presParOf" srcId="{74D2DBD3-1566-44AC-9118-184A1900B114}" destId="{7903F915-72C2-4379-9D05-C95540FFE784}" srcOrd="2" destOrd="0" presId="urn:microsoft.com/office/officeart/2005/8/layout/hProcess11"/>
    <dgm:cxn modelId="{ED4E0186-0395-442B-B200-752979E93606}" type="presParOf" srcId="{0862B882-2731-4AC3-9C3A-525673275B41}" destId="{8BAAE255-51FE-4C8B-B211-31599EA96B27}" srcOrd="21" destOrd="0" presId="urn:microsoft.com/office/officeart/2005/8/layout/hProcess11"/>
    <dgm:cxn modelId="{0654436A-8991-4337-847C-525792E09F55}" type="presParOf" srcId="{0862B882-2731-4AC3-9C3A-525673275B41}" destId="{8E872B2F-0407-4546-978B-C59F3ABA621B}" srcOrd="22" destOrd="0" presId="urn:microsoft.com/office/officeart/2005/8/layout/hProcess11"/>
    <dgm:cxn modelId="{1501453A-4AB1-499C-B7F0-9EF34F23835F}" type="presParOf" srcId="{8E872B2F-0407-4546-978B-C59F3ABA621B}" destId="{1DDB35A9-85BB-42DC-8085-F69D9B133684}" srcOrd="0" destOrd="0" presId="urn:microsoft.com/office/officeart/2005/8/layout/hProcess11"/>
    <dgm:cxn modelId="{A44A30AF-0594-4555-B1CA-E066C9A7B34C}" type="presParOf" srcId="{8E872B2F-0407-4546-978B-C59F3ABA621B}" destId="{3EBFA38B-37A6-499E-92FE-C3B46D031B37}" srcOrd="1" destOrd="0" presId="urn:microsoft.com/office/officeart/2005/8/layout/hProcess11"/>
    <dgm:cxn modelId="{88B1E2B1-045D-497F-9AE3-B690F8046EF2}" type="presParOf" srcId="{8E872B2F-0407-4546-978B-C59F3ABA621B}" destId="{273C4656-E3A3-4A1F-B82D-6AC06B3D8607}" srcOrd="2" destOrd="0" presId="urn:microsoft.com/office/officeart/2005/8/layout/hProcess11"/>
    <dgm:cxn modelId="{4C0FFC76-CFA0-4074-8954-133F4C857DCC}" type="presParOf" srcId="{0862B882-2731-4AC3-9C3A-525673275B41}" destId="{565E92ED-697F-4FA7-9310-87015DB459C6}" srcOrd="23" destOrd="0" presId="urn:microsoft.com/office/officeart/2005/8/layout/hProcess11"/>
    <dgm:cxn modelId="{51691984-8BCE-4594-8B95-589556C3C7F2}" type="presParOf" srcId="{0862B882-2731-4AC3-9C3A-525673275B41}" destId="{11997A5B-F2E7-4086-8D68-B8EB1ACB23FA}" srcOrd="24" destOrd="0" presId="urn:microsoft.com/office/officeart/2005/8/layout/hProcess11"/>
    <dgm:cxn modelId="{AEA215DD-C373-41D6-802C-BDE152299B8A}" type="presParOf" srcId="{11997A5B-F2E7-4086-8D68-B8EB1ACB23FA}" destId="{24AC4DE4-607D-4174-AD8D-495EF6CC0ED3}" srcOrd="0" destOrd="0" presId="urn:microsoft.com/office/officeart/2005/8/layout/hProcess11"/>
    <dgm:cxn modelId="{59CD9BFF-DC42-4430-B480-6A16C8624602}" type="presParOf" srcId="{11997A5B-F2E7-4086-8D68-B8EB1ACB23FA}" destId="{ADB74BA8-6A66-4AB4-A1F2-9411557F2CF0}" srcOrd="1" destOrd="0" presId="urn:microsoft.com/office/officeart/2005/8/layout/hProcess11"/>
    <dgm:cxn modelId="{C694E77D-C919-4EAA-BE18-BCD1534A1E1B}" type="presParOf" srcId="{11997A5B-F2E7-4086-8D68-B8EB1ACB23FA}" destId="{ABE73EFE-51B4-45F2-A941-C31683C02160}" srcOrd="2" destOrd="0" presId="urn:microsoft.com/office/officeart/2005/8/layout/hProcess11"/>
    <dgm:cxn modelId="{3B954C8F-8A5E-4FBD-ADA3-5F0CB2008FDB}" type="presParOf" srcId="{0862B882-2731-4AC3-9C3A-525673275B41}" destId="{EFEF9240-5473-403C-A21A-D26B8A554B4A}" srcOrd="25" destOrd="0" presId="urn:microsoft.com/office/officeart/2005/8/layout/hProcess11"/>
    <dgm:cxn modelId="{CCE4DD6D-5D40-4EC3-A559-13CA979F9DF7}" type="presParOf" srcId="{0862B882-2731-4AC3-9C3A-525673275B41}" destId="{3E3E97E3-F737-4490-BF54-F7DA238C6446}" srcOrd="26" destOrd="0" presId="urn:microsoft.com/office/officeart/2005/8/layout/hProcess11"/>
    <dgm:cxn modelId="{0B26075C-0058-411C-852C-882C53185E48}" type="presParOf" srcId="{3E3E97E3-F737-4490-BF54-F7DA238C6446}" destId="{7520D75A-09DD-46B3-A8ED-BC4A8934A6EA}" srcOrd="0" destOrd="0" presId="urn:microsoft.com/office/officeart/2005/8/layout/hProcess11"/>
    <dgm:cxn modelId="{246CA249-5F92-4675-A521-1B83B13F7F98}" type="presParOf" srcId="{3E3E97E3-F737-4490-BF54-F7DA238C6446}" destId="{E75F3C0A-EB8E-4B3A-B675-B54FFE835D9E}" srcOrd="1" destOrd="0" presId="urn:microsoft.com/office/officeart/2005/8/layout/hProcess11"/>
    <dgm:cxn modelId="{9DA43E64-F5CF-49EF-89FF-D569740D0BA5}" type="presParOf" srcId="{3E3E97E3-F737-4490-BF54-F7DA238C6446}" destId="{B2BB19D2-0BF8-4CF2-A1AC-07BB28D129B7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276FF6-89D2-4E5D-8DE9-DB5AB8FA9CB4}">
      <dsp:nvSpPr>
        <dsp:cNvPr id="0" name=""/>
        <dsp:cNvSpPr/>
      </dsp:nvSpPr>
      <dsp:spPr>
        <a:xfrm>
          <a:off x="0" y="1269807"/>
          <a:ext cx="12206377" cy="1693076"/>
        </a:xfrm>
        <a:prstGeom prst="notchedRightArrow">
          <a:avLst/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44A6C5-2EA3-4685-B951-531C0EF53D73}">
      <dsp:nvSpPr>
        <dsp:cNvPr id="0" name=""/>
        <dsp:cNvSpPr/>
      </dsp:nvSpPr>
      <dsp:spPr>
        <a:xfrm>
          <a:off x="1776" y="0"/>
          <a:ext cx="749637" cy="1693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kern="1200">
              <a:latin typeface="Calibri Light" panose="020F0302020204030204"/>
            </a:rPr>
            <a:t>御園小学校前</a:t>
          </a:r>
          <a:endParaRPr kumimoji="1" lang="ja-JP" altLang="en-US" sz="1800" kern="1200"/>
        </a:p>
      </dsp:txBody>
      <dsp:txXfrm>
        <a:off x="1776" y="0"/>
        <a:ext cx="749637" cy="1693076"/>
      </dsp:txXfrm>
    </dsp:sp>
    <dsp:sp modelId="{B1221131-EFB3-49C2-9659-ECBDBD9F6C80}">
      <dsp:nvSpPr>
        <dsp:cNvPr id="0" name=""/>
        <dsp:cNvSpPr/>
      </dsp:nvSpPr>
      <dsp:spPr>
        <a:xfrm>
          <a:off x="164960" y="1904711"/>
          <a:ext cx="423269" cy="42326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51B2F1B-DD98-44AB-A08E-FE35D4EC59FD}">
      <dsp:nvSpPr>
        <dsp:cNvPr id="0" name=""/>
        <dsp:cNvSpPr/>
      </dsp:nvSpPr>
      <dsp:spPr>
        <a:xfrm>
          <a:off x="788895" y="2539615"/>
          <a:ext cx="749637" cy="1693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kern="1200">
              <a:latin typeface="Calibri Light" panose="020F0302020204030204"/>
            </a:rPr>
            <a:t>丸の内</a:t>
          </a:r>
          <a:endParaRPr kumimoji="1" lang="ja-JP" altLang="en-US" sz="1800" kern="1200"/>
        </a:p>
      </dsp:txBody>
      <dsp:txXfrm>
        <a:off x="788895" y="2539615"/>
        <a:ext cx="749637" cy="1693076"/>
      </dsp:txXfrm>
    </dsp:sp>
    <dsp:sp modelId="{A5254795-D619-4497-9A8D-EC7EB5D0FA3A}">
      <dsp:nvSpPr>
        <dsp:cNvPr id="0" name=""/>
        <dsp:cNvSpPr/>
      </dsp:nvSpPr>
      <dsp:spPr>
        <a:xfrm>
          <a:off x="952079" y="1904711"/>
          <a:ext cx="423269" cy="42326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1CDB62E-6AA5-4ECF-A794-FB7DC3ABA9AC}">
      <dsp:nvSpPr>
        <dsp:cNvPr id="0" name=""/>
        <dsp:cNvSpPr/>
      </dsp:nvSpPr>
      <dsp:spPr>
        <a:xfrm>
          <a:off x="1576015" y="0"/>
          <a:ext cx="749637" cy="1693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kern="1200" dirty="0">
              <a:latin typeface="Calibri Light" panose="020F0302020204030204"/>
            </a:rPr>
            <a:t>中日病院前</a:t>
          </a:r>
          <a:endParaRPr kumimoji="1" lang="ja-JP" altLang="en-US" sz="1800" kern="1200" dirty="0"/>
        </a:p>
      </dsp:txBody>
      <dsp:txXfrm>
        <a:off x="1576015" y="0"/>
        <a:ext cx="749637" cy="1693076"/>
      </dsp:txXfrm>
    </dsp:sp>
    <dsp:sp modelId="{5D4C9280-A0F7-4CC8-AA2B-BA9F7E696FC1}">
      <dsp:nvSpPr>
        <dsp:cNvPr id="0" name=""/>
        <dsp:cNvSpPr/>
      </dsp:nvSpPr>
      <dsp:spPr>
        <a:xfrm>
          <a:off x="1739199" y="1904711"/>
          <a:ext cx="423269" cy="42326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F4A110C-7747-4955-84CA-9CC349161AC2}">
      <dsp:nvSpPr>
        <dsp:cNvPr id="0" name=""/>
        <dsp:cNvSpPr/>
      </dsp:nvSpPr>
      <dsp:spPr>
        <a:xfrm>
          <a:off x="2363134" y="2539615"/>
          <a:ext cx="749637" cy="1693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kern="1200" dirty="0">
              <a:latin typeface="Calibri Light" panose="020F0302020204030204"/>
            </a:rPr>
            <a:t>名城小学校前</a:t>
          </a:r>
        </a:p>
      </dsp:txBody>
      <dsp:txXfrm>
        <a:off x="2363134" y="2539615"/>
        <a:ext cx="749637" cy="1693076"/>
      </dsp:txXfrm>
    </dsp:sp>
    <dsp:sp modelId="{228056F0-2876-4FCB-86C0-4F856117D570}">
      <dsp:nvSpPr>
        <dsp:cNvPr id="0" name=""/>
        <dsp:cNvSpPr/>
      </dsp:nvSpPr>
      <dsp:spPr>
        <a:xfrm>
          <a:off x="2526318" y="1904711"/>
          <a:ext cx="423269" cy="42326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4EA16B0-1979-4983-9074-D4A26ACE2AC7}">
      <dsp:nvSpPr>
        <dsp:cNvPr id="0" name=""/>
        <dsp:cNvSpPr/>
      </dsp:nvSpPr>
      <dsp:spPr>
        <a:xfrm>
          <a:off x="3150253" y="0"/>
          <a:ext cx="749637" cy="1693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kern="1200" dirty="0">
              <a:latin typeface="Calibri Light" panose="020F0302020204030204"/>
            </a:rPr>
            <a:t>名古屋城前</a:t>
          </a:r>
        </a:p>
      </dsp:txBody>
      <dsp:txXfrm>
        <a:off x="3150253" y="0"/>
        <a:ext cx="749637" cy="1693076"/>
      </dsp:txXfrm>
    </dsp:sp>
    <dsp:sp modelId="{2136133D-2AAE-417C-8638-AD9DD2A84B85}">
      <dsp:nvSpPr>
        <dsp:cNvPr id="0" name=""/>
        <dsp:cNvSpPr/>
      </dsp:nvSpPr>
      <dsp:spPr>
        <a:xfrm>
          <a:off x="3313437" y="1904711"/>
          <a:ext cx="423269" cy="42326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18E6B9D-4921-431A-A532-1F31B212596D}">
      <dsp:nvSpPr>
        <dsp:cNvPr id="0" name=""/>
        <dsp:cNvSpPr/>
      </dsp:nvSpPr>
      <dsp:spPr>
        <a:xfrm>
          <a:off x="3937372" y="2539615"/>
          <a:ext cx="749637" cy="1693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kern="1200" dirty="0">
              <a:latin typeface="Calibri Light" panose="020F0302020204030204"/>
            </a:rPr>
            <a:t>名西</a:t>
          </a:r>
        </a:p>
      </dsp:txBody>
      <dsp:txXfrm>
        <a:off x="3937372" y="2539615"/>
        <a:ext cx="749637" cy="1693076"/>
      </dsp:txXfrm>
    </dsp:sp>
    <dsp:sp modelId="{A07B39AF-CFDD-48F6-99B5-5AB2CF4E6629}">
      <dsp:nvSpPr>
        <dsp:cNvPr id="0" name=""/>
        <dsp:cNvSpPr/>
      </dsp:nvSpPr>
      <dsp:spPr>
        <a:xfrm>
          <a:off x="4100556" y="1904711"/>
          <a:ext cx="423269" cy="42326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5B3E740-B67A-4A73-A97A-B34B3FC18B6A}">
      <dsp:nvSpPr>
        <dsp:cNvPr id="0" name=""/>
        <dsp:cNvSpPr/>
      </dsp:nvSpPr>
      <dsp:spPr>
        <a:xfrm>
          <a:off x="4724491" y="0"/>
          <a:ext cx="749637" cy="1693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kern="1200" dirty="0">
              <a:latin typeface="Calibri Light" panose="020F0302020204030204"/>
            </a:rPr>
            <a:t>庄内緑地公園</a:t>
          </a:r>
        </a:p>
      </dsp:txBody>
      <dsp:txXfrm>
        <a:off x="4724491" y="0"/>
        <a:ext cx="749637" cy="1693076"/>
      </dsp:txXfrm>
    </dsp:sp>
    <dsp:sp modelId="{69744F8A-733A-4F48-969E-7B1AD216846A}">
      <dsp:nvSpPr>
        <dsp:cNvPr id="0" name=""/>
        <dsp:cNvSpPr/>
      </dsp:nvSpPr>
      <dsp:spPr>
        <a:xfrm>
          <a:off x="4887675" y="1904711"/>
          <a:ext cx="423269" cy="42326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B7AFDC1-3FF6-4879-B36E-3089D89937B7}">
      <dsp:nvSpPr>
        <dsp:cNvPr id="0" name=""/>
        <dsp:cNvSpPr/>
      </dsp:nvSpPr>
      <dsp:spPr>
        <a:xfrm>
          <a:off x="5511610" y="2539615"/>
          <a:ext cx="749637" cy="1693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kern="1200" dirty="0">
              <a:latin typeface="Calibri Light" panose="020F0302020204030204"/>
            </a:rPr>
            <a:t>上小田井</a:t>
          </a:r>
        </a:p>
      </dsp:txBody>
      <dsp:txXfrm>
        <a:off x="5511610" y="2539615"/>
        <a:ext cx="749637" cy="1693076"/>
      </dsp:txXfrm>
    </dsp:sp>
    <dsp:sp modelId="{1B658DF9-F472-4071-8B4E-2F9AD01886D2}">
      <dsp:nvSpPr>
        <dsp:cNvPr id="0" name=""/>
        <dsp:cNvSpPr/>
      </dsp:nvSpPr>
      <dsp:spPr>
        <a:xfrm>
          <a:off x="5674794" y="1904711"/>
          <a:ext cx="423269" cy="42326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F42F162-516E-48F7-BD35-C850A9B8EF4C}">
      <dsp:nvSpPr>
        <dsp:cNvPr id="0" name=""/>
        <dsp:cNvSpPr/>
      </dsp:nvSpPr>
      <dsp:spPr>
        <a:xfrm>
          <a:off x="6298729" y="0"/>
          <a:ext cx="749637" cy="1693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kern="1200" dirty="0">
              <a:latin typeface="Calibri Light" panose="020F0302020204030204"/>
            </a:rPr>
            <a:t>西春</a:t>
          </a:r>
        </a:p>
      </dsp:txBody>
      <dsp:txXfrm>
        <a:off x="6298729" y="0"/>
        <a:ext cx="749637" cy="1693076"/>
      </dsp:txXfrm>
    </dsp:sp>
    <dsp:sp modelId="{8BF798E4-19A5-47A5-AC2D-81ECC6BF257C}">
      <dsp:nvSpPr>
        <dsp:cNvPr id="0" name=""/>
        <dsp:cNvSpPr/>
      </dsp:nvSpPr>
      <dsp:spPr>
        <a:xfrm>
          <a:off x="6461913" y="1904711"/>
          <a:ext cx="423269" cy="42326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FC8609F-17DF-4B93-B517-5A5ABCF3C729}">
      <dsp:nvSpPr>
        <dsp:cNvPr id="0" name=""/>
        <dsp:cNvSpPr/>
      </dsp:nvSpPr>
      <dsp:spPr>
        <a:xfrm>
          <a:off x="7085848" y="2539615"/>
          <a:ext cx="749637" cy="1693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kern="1200" dirty="0">
              <a:latin typeface="Calibri Light" panose="020F0302020204030204"/>
            </a:rPr>
            <a:t>石橋</a:t>
          </a:r>
        </a:p>
      </dsp:txBody>
      <dsp:txXfrm>
        <a:off x="7085848" y="2539615"/>
        <a:ext cx="749637" cy="1693076"/>
      </dsp:txXfrm>
    </dsp:sp>
    <dsp:sp modelId="{223306D6-4D58-42E0-AFC6-87DCE5EF1529}">
      <dsp:nvSpPr>
        <dsp:cNvPr id="0" name=""/>
        <dsp:cNvSpPr/>
      </dsp:nvSpPr>
      <dsp:spPr>
        <a:xfrm>
          <a:off x="7249032" y="1904711"/>
          <a:ext cx="423269" cy="42326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0CFFA8B-46FB-416E-9048-7753234CA4DB}">
      <dsp:nvSpPr>
        <dsp:cNvPr id="0" name=""/>
        <dsp:cNvSpPr/>
      </dsp:nvSpPr>
      <dsp:spPr>
        <a:xfrm>
          <a:off x="7872967" y="0"/>
          <a:ext cx="749637" cy="1693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1800" kern="1200" dirty="0"/>
            <a:t>稲沢</a:t>
          </a:r>
          <a:endParaRPr kumimoji="1" lang="ja-JP" altLang="en-US" sz="1800" kern="1200" dirty="0">
            <a:latin typeface="Calibri Light" panose="020F0302020204030204"/>
          </a:endParaRPr>
        </a:p>
      </dsp:txBody>
      <dsp:txXfrm>
        <a:off x="7872967" y="0"/>
        <a:ext cx="749637" cy="1693076"/>
      </dsp:txXfrm>
    </dsp:sp>
    <dsp:sp modelId="{CB788FF2-253B-4624-8D03-FBA98AED4F00}">
      <dsp:nvSpPr>
        <dsp:cNvPr id="0" name=""/>
        <dsp:cNvSpPr/>
      </dsp:nvSpPr>
      <dsp:spPr>
        <a:xfrm>
          <a:off x="8036151" y="1904711"/>
          <a:ext cx="423269" cy="42326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DDB35A9-85BB-42DC-8085-F69D9B133684}">
      <dsp:nvSpPr>
        <dsp:cNvPr id="0" name=""/>
        <dsp:cNvSpPr/>
      </dsp:nvSpPr>
      <dsp:spPr>
        <a:xfrm>
          <a:off x="8660086" y="2539615"/>
          <a:ext cx="749637" cy="1693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kern="1200" dirty="0">
              <a:latin typeface="Calibri Light" panose="020F0302020204030204"/>
            </a:rPr>
            <a:t>多加木</a:t>
          </a:r>
        </a:p>
      </dsp:txBody>
      <dsp:txXfrm>
        <a:off x="8660086" y="2539615"/>
        <a:ext cx="749637" cy="1693076"/>
      </dsp:txXfrm>
    </dsp:sp>
    <dsp:sp modelId="{3EBFA38B-37A6-499E-92FE-C3B46D031B37}">
      <dsp:nvSpPr>
        <dsp:cNvPr id="0" name=""/>
        <dsp:cNvSpPr/>
      </dsp:nvSpPr>
      <dsp:spPr>
        <a:xfrm>
          <a:off x="8823271" y="1904711"/>
          <a:ext cx="423269" cy="42326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4AC4DE4-607D-4174-AD8D-495EF6CC0ED3}">
      <dsp:nvSpPr>
        <dsp:cNvPr id="0" name=""/>
        <dsp:cNvSpPr/>
      </dsp:nvSpPr>
      <dsp:spPr>
        <a:xfrm>
          <a:off x="9447206" y="0"/>
          <a:ext cx="749637" cy="1693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kern="1200" dirty="0">
              <a:latin typeface="Calibri Light" panose="020F0302020204030204"/>
            </a:rPr>
            <a:t>大江川</a:t>
          </a:r>
        </a:p>
      </dsp:txBody>
      <dsp:txXfrm>
        <a:off x="9447206" y="0"/>
        <a:ext cx="749637" cy="1693076"/>
      </dsp:txXfrm>
    </dsp:sp>
    <dsp:sp modelId="{ADB74BA8-6A66-4AB4-A1F2-9411557F2CF0}">
      <dsp:nvSpPr>
        <dsp:cNvPr id="0" name=""/>
        <dsp:cNvSpPr/>
      </dsp:nvSpPr>
      <dsp:spPr>
        <a:xfrm>
          <a:off x="9610390" y="1904711"/>
          <a:ext cx="423269" cy="42326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520D75A-09DD-46B3-A8ED-BC4A8934A6EA}">
      <dsp:nvSpPr>
        <dsp:cNvPr id="0" name=""/>
        <dsp:cNvSpPr/>
      </dsp:nvSpPr>
      <dsp:spPr>
        <a:xfrm>
          <a:off x="10234325" y="2539615"/>
          <a:ext cx="749637" cy="1693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kern="1200" dirty="0">
              <a:solidFill>
                <a:srgbClr val="FF0000"/>
              </a:solidFill>
              <a:latin typeface="Calibri Light" panose="020F0302020204030204"/>
            </a:rPr>
            <a:t>終点</a:t>
          </a:r>
          <a:r>
            <a:rPr kumimoji="1" lang="ja-JP" altLang="en-US" sz="1800" kern="1200" dirty="0">
              <a:latin typeface="Calibri Light" panose="020F0302020204030204"/>
            </a:rPr>
            <a:t>一宮</a:t>
          </a:r>
        </a:p>
      </dsp:txBody>
      <dsp:txXfrm>
        <a:off x="10234325" y="2539615"/>
        <a:ext cx="749637" cy="1693076"/>
      </dsp:txXfrm>
    </dsp:sp>
    <dsp:sp modelId="{E75F3C0A-EB8E-4B3A-B675-B54FFE835D9E}">
      <dsp:nvSpPr>
        <dsp:cNvPr id="0" name=""/>
        <dsp:cNvSpPr/>
      </dsp:nvSpPr>
      <dsp:spPr>
        <a:xfrm>
          <a:off x="10397509" y="1904711"/>
          <a:ext cx="423269" cy="42326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276FF6-89D2-4E5D-8DE9-DB5AB8FA9CB4}">
      <dsp:nvSpPr>
        <dsp:cNvPr id="0" name=""/>
        <dsp:cNvSpPr/>
      </dsp:nvSpPr>
      <dsp:spPr>
        <a:xfrm>
          <a:off x="0" y="1253332"/>
          <a:ext cx="5883837" cy="1671109"/>
        </a:xfrm>
        <a:prstGeom prst="notchedRightArrow">
          <a:avLst/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44A6C5-2EA3-4685-B951-531C0EF53D73}">
      <dsp:nvSpPr>
        <dsp:cNvPr id="0" name=""/>
        <dsp:cNvSpPr/>
      </dsp:nvSpPr>
      <dsp:spPr>
        <a:xfrm>
          <a:off x="856" y="0"/>
          <a:ext cx="361347" cy="1671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b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300" kern="1200">
              <a:latin typeface="Calibri Light" panose="020F0302020204030204"/>
            </a:rPr>
            <a:t>御園小学校前</a:t>
          </a:r>
          <a:endParaRPr kumimoji="1" lang="ja-JP" altLang="en-US" sz="1300" kern="1200"/>
        </a:p>
      </dsp:txBody>
      <dsp:txXfrm>
        <a:off x="856" y="0"/>
        <a:ext cx="361347" cy="1671109"/>
      </dsp:txXfrm>
    </dsp:sp>
    <dsp:sp modelId="{B1221131-EFB3-49C2-9659-ECBDBD9F6C80}">
      <dsp:nvSpPr>
        <dsp:cNvPr id="0" name=""/>
        <dsp:cNvSpPr/>
      </dsp:nvSpPr>
      <dsp:spPr>
        <a:xfrm>
          <a:off x="856" y="1908213"/>
          <a:ext cx="361347" cy="36134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51B2F1B-DD98-44AB-A08E-FE35D4EC59FD}">
      <dsp:nvSpPr>
        <dsp:cNvPr id="0" name=""/>
        <dsp:cNvSpPr/>
      </dsp:nvSpPr>
      <dsp:spPr>
        <a:xfrm>
          <a:off x="380271" y="2506664"/>
          <a:ext cx="361347" cy="1671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300" kern="1200">
              <a:latin typeface="Calibri Light" panose="020F0302020204030204"/>
            </a:rPr>
            <a:t>丸の内</a:t>
          </a:r>
          <a:endParaRPr kumimoji="1" lang="ja-JP" altLang="en-US" sz="1300" kern="1200"/>
        </a:p>
      </dsp:txBody>
      <dsp:txXfrm>
        <a:off x="380271" y="2506664"/>
        <a:ext cx="361347" cy="1671109"/>
      </dsp:txXfrm>
    </dsp:sp>
    <dsp:sp modelId="{A5254795-D619-4497-9A8D-EC7EB5D0FA3A}">
      <dsp:nvSpPr>
        <dsp:cNvPr id="0" name=""/>
        <dsp:cNvSpPr/>
      </dsp:nvSpPr>
      <dsp:spPr>
        <a:xfrm>
          <a:off x="380271" y="1908213"/>
          <a:ext cx="361347" cy="36134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1CDB62E-6AA5-4ECF-A794-FB7DC3ABA9AC}">
      <dsp:nvSpPr>
        <dsp:cNvPr id="0" name=""/>
        <dsp:cNvSpPr/>
      </dsp:nvSpPr>
      <dsp:spPr>
        <a:xfrm>
          <a:off x="759686" y="0"/>
          <a:ext cx="361347" cy="1671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b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300" kern="1200" dirty="0">
              <a:latin typeface="Calibri Light" panose="020F0302020204030204"/>
            </a:rPr>
            <a:t>中日病院前</a:t>
          </a:r>
          <a:endParaRPr kumimoji="1" lang="ja-JP" altLang="en-US" sz="1300" kern="1200" dirty="0"/>
        </a:p>
      </dsp:txBody>
      <dsp:txXfrm>
        <a:off x="759686" y="0"/>
        <a:ext cx="361347" cy="1671109"/>
      </dsp:txXfrm>
    </dsp:sp>
    <dsp:sp modelId="{5D4C9280-A0F7-4CC8-AA2B-BA9F7E696FC1}">
      <dsp:nvSpPr>
        <dsp:cNvPr id="0" name=""/>
        <dsp:cNvSpPr/>
      </dsp:nvSpPr>
      <dsp:spPr>
        <a:xfrm>
          <a:off x="759686" y="1908213"/>
          <a:ext cx="361347" cy="36134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F4A110C-7747-4955-84CA-9CC349161AC2}">
      <dsp:nvSpPr>
        <dsp:cNvPr id="0" name=""/>
        <dsp:cNvSpPr/>
      </dsp:nvSpPr>
      <dsp:spPr>
        <a:xfrm>
          <a:off x="1139101" y="2506664"/>
          <a:ext cx="361347" cy="1671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300" kern="1200" dirty="0">
              <a:latin typeface="Calibri Light" panose="020F0302020204030204"/>
            </a:rPr>
            <a:t>名城小学校前</a:t>
          </a:r>
        </a:p>
      </dsp:txBody>
      <dsp:txXfrm>
        <a:off x="1139101" y="2506664"/>
        <a:ext cx="361347" cy="1671109"/>
      </dsp:txXfrm>
    </dsp:sp>
    <dsp:sp modelId="{228056F0-2876-4FCB-86C0-4F856117D570}">
      <dsp:nvSpPr>
        <dsp:cNvPr id="0" name=""/>
        <dsp:cNvSpPr/>
      </dsp:nvSpPr>
      <dsp:spPr>
        <a:xfrm>
          <a:off x="1139101" y="1908213"/>
          <a:ext cx="361347" cy="36134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4EA16B0-1979-4983-9074-D4A26ACE2AC7}">
      <dsp:nvSpPr>
        <dsp:cNvPr id="0" name=""/>
        <dsp:cNvSpPr/>
      </dsp:nvSpPr>
      <dsp:spPr>
        <a:xfrm>
          <a:off x="1518515" y="0"/>
          <a:ext cx="361347" cy="1671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b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300" kern="1200" dirty="0">
              <a:latin typeface="Calibri Light" panose="020F0302020204030204"/>
            </a:rPr>
            <a:t>名古屋城前</a:t>
          </a:r>
        </a:p>
      </dsp:txBody>
      <dsp:txXfrm>
        <a:off x="1518515" y="0"/>
        <a:ext cx="361347" cy="1671109"/>
      </dsp:txXfrm>
    </dsp:sp>
    <dsp:sp modelId="{2136133D-2AAE-417C-8638-AD9DD2A84B85}">
      <dsp:nvSpPr>
        <dsp:cNvPr id="0" name=""/>
        <dsp:cNvSpPr/>
      </dsp:nvSpPr>
      <dsp:spPr>
        <a:xfrm>
          <a:off x="1518515" y="1908213"/>
          <a:ext cx="361347" cy="36134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18E6B9D-4921-431A-A532-1F31B212596D}">
      <dsp:nvSpPr>
        <dsp:cNvPr id="0" name=""/>
        <dsp:cNvSpPr/>
      </dsp:nvSpPr>
      <dsp:spPr>
        <a:xfrm>
          <a:off x="1897930" y="2506664"/>
          <a:ext cx="361347" cy="1671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300" kern="1200" dirty="0">
              <a:latin typeface="Calibri Light" panose="020F0302020204030204"/>
            </a:rPr>
            <a:t>名西</a:t>
          </a:r>
        </a:p>
      </dsp:txBody>
      <dsp:txXfrm>
        <a:off x="1897930" y="2506664"/>
        <a:ext cx="361347" cy="1671109"/>
      </dsp:txXfrm>
    </dsp:sp>
    <dsp:sp modelId="{A07B39AF-CFDD-48F6-99B5-5AB2CF4E6629}">
      <dsp:nvSpPr>
        <dsp:cNvPr id="0" name=""/>
        <dsp:cNvSpPr/>
      </dsp:nvSpPr>
      <dsp:spPr>
        <a:xfrm>
          <a:off x="1897930" y="1908213"/>
          <a:ext cx="361347" cy="36134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5B3E740-B67A-4A73-A97A-B34B3FC18B6A}">
      <dsp:nvSpPr>
        <dsp:cNvPr id="0" name=""/>
        <dsp:cNvSpPr/>
      </dsp:nvSpPr>
      <dsp:spPr>
        <a:xfrm>
          <a:off x="2277345" y="0"/>
          <a:ext cx="361347" cy="1671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b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300" kern="1200" dirty="0">
              <a:latin typeface="Calibri Light" panose="020F0302020204030204"/>
            </a:rPr>
            <a:t>庄内緑地公園</a:t>
          </a:r>
        </a:p>
      </dsp:txBody>
      <dsp:txXfrm>
        <a:off x="2277345" y="0"/>
        <a:ext cx="361347" cy="1671109"/>
      </dsp:txXfrm>
    </dsp:sp>
    <dsp:sp modelId="{69744F8A-733A-4F48-969E-7B1AD216846A}">
      <dsp:nvSpPr>
        <dsp:cNvPr id="0" name=""/>
        <dsp:cNvSpPr/>
      </dsp:nvSpPr>
      <dsp:spPr>
        <a:xfrm>
          <a:off x="2277345" y="1908213"/>
          <a:ext cx="361347" cy="36134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B7AFDC1-3FF6-4879-B36E-3089D89937B7}">
      <dsp:nvSpPr>
        <dsp:cNvPr id="0" name=""/>
        <dsp:cNvSpPr/>
      </dsp:nvSpPr>
      <dsp:spPr>
        <a:xfrm>
          <a:off x="2656760" y="2506664"/>
          <a:ext cx="361347" cy="1671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300" kern="1200" dirty="0">
              <a:latin typeface="Calibri Light" panose="020F0302020204030204"/>
            </a:rPr>
            <a:t>上小田井</a:t>
          </a:r>
        </a:p>
      </dsp:txBody>
      <dsp:txXfrm>
        <a:off x="2656760" y="2506664"/>
        <a:ext cx="361347" cy="1671109"/>
      </dsp:txXfrm>
    </dsp:sp>
    <dsp:sp modelId="{1B658DF9-F472-4071-8B4E-2F9AD01886D2}">
      <dsp:nvSpPr>
        <dsp:cNvPr id="0" name=""/>
        <dsp:cNvSpPr/>
      </dsp:nvSpPr>
      <dsp:spPr>
        <a:xfrm>
          <a:off x="2656760" y="1908213"/>
          <a:ext cx="361347" cy="36134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F42F162-516E-48F7-BD35-C850A9B8EF4C}">
      <dsp:nvSpPr>
        <dsp:cNvPr id="0" name=""/>
        <dsp:cNvSpPr/>
      </dsp:nvSpPr>
      <dsp:spPr>
        <a:xfrm>
          <a:off x="3036175" y="0"/>
          <a:ext cx="361347" cy="1671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b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300" kern="1200" dirty="0">
              <a:latin typeface="Calibri Light" panose="020F0302020204030204"/>
            </a:rPr>
            <a:t>西春</a:t>
          </a:r>
        </a:p>
      </dsp:txBody>
      <dsp:txXfrm>
        <a:off x="3036175" y="0"/>
        <a:ext cx="361347" cy="1671109"/>
      </dsp:txXfrm>
    </dsp:sp>
    <dsp:sp modelId="{8BF798E4-19A5-47A5-AC2D-81ECC6BF257C}">
      <dsp:nvSpPr>
        <dsp:cNvPr id="0" name=""/>
        <dsp:cNvSpPr/>
      </dsp:nvSpPr>
      <dsp:spPr>
        <a:xfrm>
          <a:off x="3036175" y="1908213"/>
          <a:ext cx="361347" cy="36134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FC8609F-17DF-4B93-B517-5A5ABCF3C729}">
      <dsp:nvSpPr>
        <dsp:cNvPr id="0" name=""/>
        <dsp:cNvSpPr/>
      </dsp:nvSpPr>
      <dsp:spPr>
        <a:xfrm>
          <a:off x="3415590" y="2506664"/>
          <a:ext cx="361347" cy="1671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300" kern="1200" dirty="0">
              <a:latin typeface="Calibri Light" panose="020F0302020204030204"/>
            </a:rPr>
            <a:t>石橋</a:t>
          </a:r>
        </a:p>
      </dsp:txBody>
      <dsp:txXfrm>
        <a:off x="3415590" y="2506664"/>
        <a:ext cx="361347" cy="1671109"/>
      </dsp:txXfrm>
    </dsp:sp>
    <dsp:sp modelId="{223306D6-4D58-42E0-AFC6-87DCE5EF1529}">
      <dsp:nvSpPr>
        <dsp:cNvPr id="0" name=""/>
        <dsp:cNvSpPr/>
      </dsp:nvSpPr>
      <dsp:spPr>
        <a:xfrm>
          <a:off x="3415590" y="1908213"/>
          <a:ext cx="361347" cy="36134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0CFFA8B-46FB-416E-9048-7753234CA4DB}">
      <dsp:nvSpPr>
        <dsp:cNvPr id="0" name=""/>
        <dsp:cNvSpPr/>
      </dsp:nvSpPr>
      <dsp:spPr>
        <a:xfrm>
          <a:off x="3795004" y="0"/>
          <a:ext cx="361347" cy="1671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b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1300" kern="1200" dirty="0"/>
            <a:t>稲沢</a:t>
          </a:r>
          <a:endParaRPr kumimoji="1" lang="ja-JP" altLang="en-US" sz="1300" kern="1200" dirty="0">
            <a:latin typeface="Calibri Light" panose="020F0302020204030204"/>
          </a:endParaRPr>
        </a:p>
      </dsp:txBody>
      <dsp:txXfrm>
        <a:off x="3795004" y="0"/>
        <a:ext cx="361347" cy="1671109"/>
      </dsp:txXfrm>
    </dsp:sp>
    <dsp:sp modelId="{CB788FF2-253B-4624-8D03-FBA98AED4F00}">
      <dsp:nvSpPr>
        <dsp:cNvPr id="0" name=""/>
        <dsp:cNvSpPr/>
      </dsp:nvSpPr>
      <dsp:spPr>
        <a:xfrm>
          <a:off x="3795004" y="1908213"/>
          <a:ext cx="361347" cy="36134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DDB35A9-85BB-42DC-8085-F69D9B133684}">
      <dsp:nvSpPr>
        <dsp:cNvPr id="0" name=""/>
        <dsp:cNvSpPr/>
      </dsp:nvSpPr>
      <dsp:spPr>
        <a:xfrm>
          <a:off x="4174419" y="2506664"/>
          <a:ext cx="361347" cy="1671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300" kern="1200" dirty="0">
              <a:latin typeface="Calibri Light" panose="020F0302020204030204"/>
            </a:rPr>
            <a:t>多加木</a:t>
          </a:r>
        </a:p>
      </dsp:txBody>
      <dsp:txXfrm>
        <a:off x="4174419" y="2506664"/>
        <a:ext cx="361347" cy="1671109"/>
      </dsp:txXfrm>
    </dsp:sp>
    <dsp:sp modelId="{3EBFA38B-37A6-499E-92FE-C3B46D031B37}">
      <dsp:nvSpPr>
        <dsp:cNvPr id="0" name=""/>
        <dsp:cNvSpPr/>
      </dsp:nvSpPr>
      <dsp:spPr>
        <a:xfrm>
          <a:off x="4174419" y="1908213"/>
          <a:ext cx="361347" cy="36134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4AC4DE4-607D-4174-AD8D-495EF6CC0ED3}">
      <dsp:nvSpPr>
        <dsp:cNvPr id="0" name=""/>
        <dsp:cNvSpPr/>
      </dsp:nvSpPr>
      <dsp:spPr>
        <a:xfrm>
          <a:off x="4553834" y="0"/>
          <a:ext cx="361347" cy="1671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b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300" kern="1200" dirty="0">
              <a:latin typeface="Calibri Light" panose="020F0302020204030204"/>
            </a:rPr>
            <a:t>大江川</a:t>
          </a:r>
        </a:p>
      </dsp:txBody>
      <dsp:txXfrm>
        <a:off x="4553834" y="0"/>
        <a:ext cx="361347" cy="1671109"/>
      </dsp:txXfrm>
    </dsp:sp>
    <dsp:sp modelId="{ADB74BA8-6A66-4AB4-A1F2-9411557F2CF0}">
      <dsp:nvSpPr>
        <dsp:cNvPr id="0" name=""/>
        <dsp:cNvSpPr/>
      </dsp:nvSpPr>
      <dsp:spPr>
        <a:xfrm>
          <a:off x="4553834" y="1908213"/>
          <a:ext cx="361347" cy="36134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520D75A-09DD-46B3-A8ED-BC4A8934A6EA}">
      <dsp:nvSpPr>
        <dsp:cNvPr id="0" name=""/>
        <dsp:cNvSpPr/>
      </dsp:nvSpPr>
      <dsp:spPr>
        <a:xfrm>
          <a:off x="4933249" y="2506664"/>
          <a:ext cx="361347" cy="1671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300" kern="1200" dirty="0">
              <a:solidFill>
                <a:srgbClr val="FF0000"/>
              </a:solidFill>
              <a:latin typeface="Calibri Light" panose="020F0302020204030204"/>
            </a:rPr>
            <a:t>終点</a:t>
          </a:r>
          <a:r>
            <a:rPr kumimoji="1" lang="ja-JP" altLang="en-US" sz="1300" kern="1200" dirty="0">
              <a:latin typeface="Calibri Light" panose="020F0302020204030204"/>
            </a:rPr>
            <a:t>一宮</a:t>
          </a:r>
        </a:p>
      </dsp:txBody>
      <dsp:txXfrm>
        <a:off x="4933249" y="2506664"/>
        <a:ext cx="361347" cy="1671109"/>
      </dsp:txXfrm>
    </dsp:sp>
    <dsp:sp modelId="{E75F3C0A-EB8E-4B3A-B675-B54FFE835D9E}">
      <dsp:nvSpPr>
        <dsp:cNvPr id="0" name=""/>
        <dsp:cNvSpPr/>
      </dsp:nvSpPr>
      <dsp:spPr>
        <a:xfrm>
          <a:off x="4933249" y="1908213"/>
          <a:ext cx="361347" cy="36134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276FF6-89D2-4E5D-8DE9-DB5AB8FA9CB4}">
      <dsp:nvSpPr>
        <dsp:cNvPr id="0" name=""/>
        <dsp:cNvSpPr/>
      </dsp:nvSpPr>
      <dsp:spPr>
        <a:xfrm>
          <a:off x="0" y="1269807"/>
          <a:ext cx="12206377" cy="1693076"/>
        </a:xfrm>
        <a:prstGeom prst="notchedRightArrow">
          <a:avLst/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44A6C5-2EA3-4685-B951-531C0EF53D73}">
      <dsp:nvSpPr>
        <dsp:cNvPr id="0" name=""/>
        <dsp:cNvSpPr/>
      </dsp:nvSpPr>
      <dsp:spPr>
        <a:xfrm>
          <a:off x="1776" y="0"/>
          <a:ext cx="749637" cy="1693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kern="1200">
              <a:latin typeface="Calibri Light" panose="020F0302020204030204"/>
            </a:rPr>
            <a:t>御園小学校前</a:t>
          </a:r>
          <a:endParaRPr kumimoji="1" lang="ja-JP" altLang="en-US" sz="1800" kern="1200"/>
        </a:p>
      </dsp:txBody>
      <dsp:txXfrm>
        <a:off x="1776" y="0"/>
        <a:ext cx="749637" cy="1693076"/>
      </dsp:txXfrm>
    </dsp:sp>
    <dsp:sp modelId="{B1221131-EFB3-49C2-9659-ECBDBD9F6C80}">
      <dsp:nvSpPr>
        <dsp:cNvPr id="0" name=""/>
        <dsp:cNvSpPr/>
      </dsp:nvSpPr>
      <dsp:spPr>
        <a:xfrm>
          <a:off x="164960" y="1904711"/>
          <a:ext cx="423269" cy="42326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51B2F1B-DD98-44AB-A08E-FE35D4EC59FD}">
      <dsp:nvSpPr>
        <dsp:cNvPr id="0" name=""/>
        <dsp:cNvSpPr/>
      </dsp:nvSpPr>
      <dsp:spPr>
        <a:xfrm>
          <a:off x="788895" y="2539615"/>
          <a:ext cx="749637" cy="1693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kern="1200">
              <a:latin typeface="Calibri Light" panose="020F0302020204030204"/>
            </a:rPr>
            <a:t>丸の内</a:t>
          </a:r>
          <a:endParaRPr kumimoji="1" lang="ja-JP" altLang="en-US" sz="1800" kern="1200"/>
        </a:p>
      </dsp:txBody>
      <dsp:txXfrm>
        <a:off x="788895" y="2539615"/>
        <a:ext cx="749637" cy="1693076"/>
      </dsp:txXfrm>
    </dsp:sp>
    <dsp:sp modelId="{A5254795-D619-4497-9A8D-EC7EB5D0FA3A}">
      <dsp:nvSpPr>
        <dsp:cNvPr id="0" name=""/>
        <dsp:cNvSpPr/>
      </dsp:nvSpPr>
      <dsp:spPr>
        <a:xfrm>
          <a:off x="952079" y="1904711"/>
          <a:ext cx="423269" cy="42326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1CDB62E-6AA5-4ECF-A794-FB7DC3ABA9AC}">
      <dsp:nvSpPr>
        <dsp:cNvPr id="0" name=""/>
        <dsp:cNvSpPr/>
      </dsp:nvSpPr>
      <dsp:spPr>
        <a:xfrm>
          <a:off x="1576015" y="0"/>
          <a:ext cx="749637" cy="1693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kern="1200" dirty="0">
              <a:latin typeface="Calibri Light" panose="020F0302020204030204"/>
            </a:rPr>
            <a:t>中日病院前</a:t>
          </a:r>
          <a:endParaRPr kumimoji="1" lang="ja-JP" altLang="en-US" sz="1800" kern="1200" dirty="0"/>
        </a:p>
      </dsp:txBody>
      <dsp:txXfrm>
        <a:off x="1576015" y="0"/>
        <a:ext cx="749637" cy="1693076"/>
      </dsp:txXfrm>
    </dsp:sp>
    <dsp:sp modelId="{5D4C9280-A0F7-4CC8-AA2B-BA9F7E696FC1}">
      <dsp:nvSpPr>
        <dsp:cNvPr id="0" name=""/>
        <dsp:cNvSpPr/>
      </dsp:nvSpPr>
      <dsp:spPr>
        <a:xfrm>
          <a:off x="1739199" y="1904711"/>
          <a:ext cx="423269" cy="42326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F4A110C-7747-4955-84CA-9CC349161AC2}">
      <dsp:nvSpPr>
        <dsp:cNvPr id="0" name=""/>
        <dsp:cNvSpPr/>
      </dsp:nvSpPr>
      <dsp:spPr>
        <a:xfrm>
          <a:off x="2363134" y="2539615"/>
          <a:ext cx="749637" cy="1693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kern="1200" dirty="0">
              <a:latin typeface="Calibri Light" panose="020F0302020204030204"/>
            </a:rPr>
            <a:t>名城小学校前</a:t>
          </a:r>
        </a:p>
      </dsp:txBody>
      <dsp:txXfrm>
        <a:off x="2363134" y="2539615"/>
        <a:ext cx="749637" cy="1693076"/>
      </dsp:txXfrm>
    </dsp:sp>
    <dsp:sp modelId="{228056F0-2876-4FCB-86C0-4F856117D570}">
      <dsp:nvSpPr>
        <dsp:cNvPr id="0" name=""/>
        <dsp:cNvSpPr/>
      </dsp:nvSpPr>
      <dsp:spPr>
        <a:xfrm>
          <a:off x="2526318" y="1904711"/>
          <a:ext cx="423269" cy="42326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4EA16B0-1979-4983-9074-D4A26ACE2AC7}">
      <dsp:nvSpPr>
        <dsp:cNvPr id="0" name=""/>
        <dsp:cNvSpPr/>
      </dsp:nvSpPr>
      <dsp:spPr>
        <a:xfrm>
          <a:off x="3150253" y="0"/>
          <a:ext cx="749637" cy="1693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kern="1200" dirty="0">
              <a:latin typeface="Calibri Light" panose="020F0302020204030204"/>
            </a:rPr>
            <a:t>名古屋城前</a:t>
          </a:r>
        </a:p>
      </dsp:txBody>
      <dsp:txXfrm>
        <a:off x="3150253" y="0"/>
        <a:ext cx="749637" cy="1693076"/>
      </dsp:txXfrm>
    </dsp:sp>
    <dsp:sp modelId="{2136133D-2AAE-417C-8638-AD9DD2A84B85}">
      <dsp:nvSpPr>
        <dsp:cNvPr id="0" name=""/>
        <dsp:cNvSpPr/>
      </dsp:nvSpPr>
      <dsp:spPr>
        <a:xfrm>
          <a:off x="3313437" y="1904711"/>
          <a:ext cx="423269" cy="42326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18E6B9D-4921-431A-A532-1F31B212596D}">
      <dsp:nvSpPr>
        <dsp:cNvPr id="0" name=""/>
        <dsp:cNvSpPr/>
      </dsp:nvSpPr>
      <dsp:spPr>
        <a:xfrm>
          <a:off x="3937372" y="2539615"/>
          <a:ext cx="749637" cy="1693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kern="1200" dirty="0">
              <a:latin typeface="Calibri Light" panose="020F0302020204030204"/>
            </a:rPr>
            <a:t>名西</a:t>
          </a:r>
        </a:p>
      </dsp:txBody>
      <dsp:txXfrm>
        <a:off x="3937372" y="2539615"/>
        <a:ext cx="749637" cy="1693076"/>
      </dsp:txXfrm>
    </dsp:sp>
    <dsp:sp modelId="{A07B39AF-CFDD-48F6-99B5-5AB2CF4E6629}">
      <dsp:nvSpPr>
        <dsp:cNvPr id="0" name=""/>
        <dsp:cNvSpPr/>
      </dsp:nvSpPr>
      <dsp:spPr>
        <a:xfrm>
          <a:off x="4100556" y="1904711"/>
          <a:ext cx="423269" cy="42326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5B3E740-B67A-4A73-A97A-B34B3FC18B6A}">
      <dsp:nvSpPr>
        <dsp:cNvPr id="0" name=""/>
        <dsp:cNvSpPr/>
      </dsp:nvSpPr>
      <dsp:spPr>
        <a:xfrm>
          <a:off x="4724491" y="0"/>
          <a:ext cx="749637" cy="1693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kern="1200" dirty="0">
              <a:latin typeface="Calibri Light" panose="020F0302020204030204"/>
            </a:rPr>
            <a:t>庄内緑地公園</a:t>
          </a:r>
        </a:p>
      </dsp:txBody>
      <dsp:txXfrm>
        <a:off x="4724491" y="0"/>
        <a:ext cx="749637" cy="1693076"/>
      </dsp:txXfrm>
    </dsp:sp>
    <dsp:sp modelId="{69744F8A-733A-4F48-969E-7B1AD216846A}">
      <dsp:nvSpPr>
        <dsp:cNvPr id="0" name=""/>
        <dsp:cNvSpPr/>
      </dsp:nvSpPr>
      <dsp:spPr>
        <a:xfrm>
          <a:off x="4887675" y="1904711"/>
          <a:ext cx="423269" cy="42326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B7AFDC1-3FF6-4879-B36E-3089D89937B7}">
      <dsp:nvSpPr>
        <dsp:cNvPr id="0" name=""/>
        <dsp:cNvSpPr/>
      </dsp:nvSpPr>
      <dsp:spPr>
        <a:xfrm>
          <a:off x="5511610" y="2539615"/>
          <a:ext cx="749637" cy="1693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kern="1200" dirty="0">
              <a:latin typeface="Calibri Light" panose="020F0302020204030204"/>
            </a:rPr>
            <a:t>上小田井</a:t>
          </a:r>
        </a:p>
      </dsp:txBody>
      <dsp:txXfrm>
        <a:off x="5511610" y="2539615"/>
        <a:ext cx="749637" cy="1693076"/>
      </dsp:txXfrm>
    </dsp:sp>
    <dsp:sp modelId="{1B658DF9-F472-4071-8B4E-2F9AD01886D2}">
      <dsp:nvSpPr>
        <dsp:cNvPr id="0" name=""/>
        <dsp:cNvSpPr/>
      </dsp:nvSpPr>
      <dsp:spPr>
        <a:xfrm>
          <a:off x="5674794" y="1904711"/>
          <a:ext cx="423269" cy="42326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F42F162-516E-48F7-BD35-C850A9B8EF4C}">
      <dsp:nvSpPr>
        <dsp:cNvPr id="0" name=""/>
        <dsp:cNvSpPr/>
      </dsp:nvSpPr>
      <dsp:spPr>
        <a:xfrm>
          <a:off x="6298729" y="0"/>
          <a:ext cx="749637" cy="1693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kern="1200" dirty="0">
              <a:latin typeface="Calibri Light" panose="020F0302020204030204"/>
            </a:rPr>
            <a:t>西春</a:t>
          </a:r>
        </a:p>
      </dsp:txBody>
      <dsp:txXfrm>
        <a:off x="6298729" y="0"/>
        <a:ext cx="749637" cy="1693076"/>
      </dsp:txXfrm>
    </dsp:sp>
    <dsp:sp modelId="{8BF798E4-19A5-47A5-AC2D-81ECC6BF257C}">
      <dsp:nvSpPr>
        <dsp:cNvPr id="0" name=""/>
        <dsp:cNvSpPr/>
      </dsp:nvSpPr>
      <dsp:spPr>
        <a:xfrm>
          <a:off x="6461913" y="1904711"/>
          <a:ext cx="423269" cy="42326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FC8609F-17DF-4B93-B517-5A5ABCF3C729}">
      <dsp:nvSpPr>
        <dsp:cNvPr id="0" name=""/>
        <dsp:cNvSpPr/>
      </dsp:nvSpPr>
      <dsp:spPr>
        <a:xfrm>
          <a:off x="7085848" y="2539615"/>
          <a:ext cx="749637" cy="1693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kern="1200" dirty="0">
              <a:latin typeface="Calibri Light" panose="020F0302020204030204"/>
            </a:rPr>
            <a:t>石橋</a:t>
          </a:r>
        </a:p>
      </dsp:txBody>
      <dsp:txXfrm>
        <a:off x="7085848" y="2539615"/>
        <a:ext cx="749637" cy="1693076"/>
      </dsp:txXfrm>
    </dsp:sp>
    <dsp:sp modelId="{223306D6-4D58-42E0-AFC6-87DCE5EF1529}">
      <dsp:nvSpPr>
        <dsp:cNvPr id="0" name=""/>
        <dsp:cNvSpPr/>
      </dsp:nvSpPr>
      <dsp:spPr>
        <a:xfrm>
          <a:off x="7249032" y="1904711"/>
          <a:ext cx="423269" cy="42326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0CFFA8B-46FB-416E-9048-7753234CA4DB}">
      <dsp:nvSpPr>
        <dsp:cNvPr id="0" name=""/>
        <dsp:cNvSpPr/>
      </dsp:nvSpPr>
      <dsp:spPr>
        <a:xfrm>
          <a:off x="7872967" y="0"/>
          <a:ext cx="749637" cy="1693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1800" kern="1200" dirty="0"/>
            <a:t>稲沢</a:t>
          </a:r>
          <a:endParaRPr kumimoji="1" lang="ja-JP" altLang="en-US" sz="1800" kern="1200" dirty="0">
            <a:latin typeface="Calibri Light" panose="020F0302020204030204"/>
          </a:endParaRPr>
        </a:p>
      </dsp:txBody>
      <dsp:txXfrm>
        <a:off x="7872967" y="0"/>
        <a:ext cx="749637" cy="1693076"/>
      </dsp:txXfrm>
    </dsp:sp>
    <dsp:sp modelId="{CB788FF2-253B-4624-8D03-FBA98AED4F00}">
      <dsp:nvSpPr>
        <dsp:cNvPr id="0" name=""/>
        <dsp:cNvSpPr/>
      </dsp:nvSpPr>
      <dsp:spPr>
        <a:xfrm>
          <a:off x="8036151" y="1904711"/>
          <a:ext cx="423269" cy="42326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DDB35A9-85BB-42DC-8085-F69D9B133684}">
      <dsp:nvSpPr>
        <dsp:cNvPr id="0" name=""/>
        <dsp:cNvSpPr/>
      </dsp:nvSpPr>
      <dsp:spPr>
        <a:xfrm>
          <a:off x="8660086" y="2539615"/>
          <a:ext cx="749637" cy="1693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kern="1200" dirty="0">
              <a:latin typeface="Calibri Light" panose="020F0302020204030204"/>
            </a:rPr>
            <a:t>多加木</a:t>
          </a:r>
        </a:p>
      </dsp:txBody>
      <dsp:txXfrm>
        <a:off x="8660086" y="2539615"/>
        <a:ext cx="749637" cy="1693076"/>
      </dsp:txXfrm>
    </dsp:sp>
    <dsp:sp modelId="{3EBFA38B-37A6-499E-92FE-C3B46D031B37}">
      <dsp:nvSpPr>
        <dsp:cNvPr id="0" name=""/>
        <dsp:cNvSpPr/>
      </dsp:nvSpPr>
      <dsp:spPr>
        <a:xfrm>
          <a:off x="8823271" y="1904711"/>
          <a:ext cx="423269" cy="42326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4AC4DE4-607D-4174-AD8D-495EF6CC0ED3}">
      <dsp:nvSpPr>
        <dsp:cNvPr id="0" name=""/>
        <dsp:cNvSpPr/>
      </dsp:nvSpPr>
      <dsp:spPr>
        <a:xfrm>
          <a:off x="9447206" y="0"/>
          <a:ext cx="749637" cy="1693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kern="1200" dirty="0">
              <a:latin typeface="Calibri Light" panose="020F0302020204030204"/>
            </a:rPr>
            <a:t>大江川</a:t>
          </a:r>
        </a:p>
      </dsp:txBody>
      <dsp:txXfrm>
        <a:off x="9447206" y="0"/>
        <a:ext cx="749637" cy="1693076"/>
      </dsp:txXfrm>
    </dsp:sp>
    <dsp:sp modelId="{ADB74BA8-6A66-4AB4-A1F2-9411557F2CF0}">
      <dsp:nvSpPr>
        <dsp:cNvPr id="0" name=""/>
        <dsp:cNvSpPr/>
      </dsp:nvSpPr>
      <dsp:spPr>
        <a:xfrm>
          <a:off x="9610390" y="1904711"/>
          <a:ext cx="423269" cy="42326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520D75A-09DD-46B3-A8ED-BC4A8934A6EA}">
      <dsp:nvSpPr>
        <dsp:cNvPr id="0" name=""/>
        <dsp:cNvSpPr/>
      </dsp:nvSpPr>
      <dsp:spPr>
        <a:xfrm>
          <a:off x="10234325" y="2539615"/>
          <a:ext cx="749637" cy="1693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kern="1200" dirty="0">
              <a:solidFill>
                <a:srgbClr val="FF0000"/>
              </a:solidFill>
              <a:latin typeface="Calibri Light" panose="020F0302020204030204"/>
            </a:rPr>
            <a:t>終点</a:t>
          </a:r>
          <a:r>
            <a:rPr kumimoji="1" lang="ja-JP" altLang="en-US" sz="1800" kern="1200" dirty="0">
              <a:latin typeface="Calibri Light" panose="020F0302020204030204"/>
            </a:rPr>
            <a:t>一宮</a:t>
          </a:r>
        </a:p>
      </dsp:txBody>
      <dsp:txXfrm>
        <a:off x="10234325" y="2539615"/>
        <a:ext cx="749637" cy="1693076"/>
      </dsp:txXfrm>
    </dsp:sp>
    <dsp:sp modelId="{E75F3C0A-EB8E-4B3A-B675-B54FFE835D9E}">
      <dsp:nvSpPr>
        <dsp:cNvPr id="0" name=""/>
        <dsp:cNvSpPr/>
      </dsp:nvSpPr>
      <dsp:spPr>
        <a:xfrm>
          <a:off x="10397509" y="1904711"/>
          <a:ext cx="423269" cy="42326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276FF6-89D2-4E5D-8DE9-DB5AB8FA9CB4}">
      <dsp:nvSpPr>
        <dsp:cNvPr id="0" name=""/>
        <dsp:cNvSpPr/>
      </dsp:nvSpPr>
      <dsp:spPr>
        <a:xfrm>
          <a:off x="0" y="1253332"/>
          <a:ext cx="5883837" cy="1671109"/>
        </a:xfrm>
        <a:prstGeom prst="notchedRightArrow">
          <a:avLst/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44A6C5-2EA3-4685-B951-531C0EF53D73}">
      <dsp:nvSpPr>
        <dsp:cNvPr id="0" name=""/>
        <dsp:cNvSpPr/>
      </dsp:nvSpPr>
      <dsp:spPr>
        <a:xfrm>
          <a:off x="856" y="0"/>
          <a:ext cx="361347" cy="1671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b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300" kern="1200">
              <a:latin typeface="Calibri Light" panose="020F0302020204030204"/>
            </a:rPr>
            <a:t>御園小学校前</a:t>
          </a:r>
          <a:endParaRPr kumimoji="1" lang="ja-JP" altLang="en-US" sz="1300" kern="1200"/>
        </a:p>
      </dsp:txBody>
      <dsp:txXfrm>
        <a:off x="856" y="0"/>
        <a:ext cx="361347" cy="1671109"/>
      </dsp:txXfrm>
    </dsp:sp>
    <dsp:sp modelId="{B1221131-EFB3-49C2-9659-ECBDBD9F6C80}">
      <dsp:nvSpPr>
        <dsp:cNvPr id="0" name=""/>
        <dsp:cNvSpPr/>
      </dsp:nvSpPr>
      <dsp:spPr>
        <a:xfrm>
          <a:off x="856" y="1908213"/>
          <a:ext cx="361347" cy="36134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51B2F1B-DD98-44AB-A08E-FE35D4EC59FD}">
      <dsp:nvSpPr>
        <dsp:cNvPr id="0" name=""/>
        <dsp:cNvSpPr/>
      </dsp:nvSpPr>
      <dsp:spPr>
        <a:xfrm>
          <a:off x="380271" y="2506664"/>
          <a:ext cx="361347" cy="1671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300" kern="1200">
              <a:latin typeface="Calibri Light" panose="020F0302020204030204"/>
            </a:rPr>
            <a:t>丸の内</a:t>
          </a:r>
          <a:endParaRPr kumimoji="1" lang="ja-JP" altLang="en-US" sz="1300" kern="1200"/>
        </a:p>
      </dsp:txBody>
      <dsp:txXfrm>
        <a:off x="380271" y="2506664"/>
        <a:ext cx="361347" cy="1671109"/>
      </dsp:txXfrm>
    </dsp:sp>
    <dsp:sp modelId="{A5254795-D619-4497-9A8D-EC7EB5D0FA3A}">
      <dsp:nvSpPr>
        <dsp:cNvPr id="0" name=""/>
        <dsp:cNvSpPr/>
      </dsp:nvSpPr>
      <dsp:spPr>
        <a:xfrm>
          <a:off x="380271" y="1908213"/>
          <a:ext cx="361347" cy="36134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1CDB62E-6AA5-4ECF-A794-FB7DC3ABA9AC}">
      <dsp:nvSpPr>
        <dsp:cNvPr id="0" name=""/>
        <dsp:cNvSpPr/>
      </dsp:nvSpPr>
      <dsp:spPr>
        <a:xfrm>
          <a:off x="759686" y="0"/>
          <a:ext cx="361347" cy="1671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b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300" kern="1200" dirty="0">
              <a:latin typeface="Calibri Light" panose="020F0302020204030204"/>
            </a:rPr>
            <a:t>中日病院前</a:t>
          </a:r>
          <a:endParaRPr kumimoji="1" lang="ja-JP" altLang="en-US" sz="1300" kern="1200" dirty="0"/>
        </a:p>
      </dsp:txBody>
      <dsp:txXfrm>
        <a:off x="759686" y="0"/>
        <a:ext cx="361347" cy="1671109"/>
      </dsp:txXfrm>
    </dsp:sp>
    <dsp:sp modelId="{5D4C9280-A0F7-4CC8-AA2B-BA9F7E696FC1}">
      <dsp:nvSpPr>
        <dsp:cNvPr id="0" name=""/>
        <dsp:cNvSpPr/>
      </dsp:nvSpPr>
      <dsp:spPr>
        <a:xfrm>
          <a:off x="759686" y="1908213"/>
          <a:ext cx="361347" cy="36134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F4A110C-7747-4955-84CA-9CC349161AC2}">
      <dsp:nvSpPr>
        <dsp:cNvPr id="0" name=""/>
        <dsp:cNvSpPr/>
      </dsp:nvSpPr>
      <dsp:spPr>
        <a:xfrm>
          <a:off x="1139101" y="2506664"/>
          <a:ext cx="361347" cy="1671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300" kern="1200" dirty="0">
              <a:latin typeface="Calibri Light" panose="020F0302020204030204"/>
            </a:rPr>
            <a:t>名城小学校前</a:t>
          </a:r>
        </a:p>
      </dsp:txBody>
      <dsp:txXfrm>
        <a:off x="1139101" y="2506664"/>
        <a:ext cx="361347" cy="1671109"/>
      </dsp:txXfrm>
    </dsp:sp>
    <dsp:sp modelId="{228056F0-2876-4FCB-86C0-4F856117D570}">
      <dsp:nvSpPr>
        <dsp:cNvPr id="0" name=""/>
        <dsp:cNvSpPr/>
      </dsp:nvSpPr>
      <dsp:spPr>
        <a:xfrm>
          <a:off x="1139101" y="1908213"/>
          <a:ext cx="361347" cy="36134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4EA16B0-1979-4983-9074-D4A26ACE2AC7}">
      <dsp:nvSpPr>
        <dsp:cNvPr id="0" name=""/>
        <dsp:cNvSpPr/>
      </dsp:nvSpPr>
      <dsp:spPr>
        <a:xfrm>
          <a:off x="1518515" y="0"/>
          <a:ext cx="361347" cy="1671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b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300" kern="1200" dirty="0">
              <a:latin typeface="Calibri Light" panose="020F0302020204030204"/>
            </a:rPr>
            <a:t>名古屋城前</a:t>
          </a:r>
        </a:p>
      </dsp:txBody>
      <dsp:txXfrm>
        <a:off x="1518515" y="0"/>
        <a:ext cx="361347" cy="1671109"/>
      </dsp:txXfrm>
    </dsp:sp>
    <dsp:sp modelId="{2136133D-2AAE-417C-8638-AD9DD2A84B85}">
      <dsp:nvSpPr>
        <dsp:cNvPr id="0" name=""/>
        <dsp:cNvSpPr/>
      </dsp:nvSpPr>
      <dsp:spPr>
        <a:xfrm>
          <a:off x="1518515" y="1908213"/>
          <a:ext cx="361347" cy="36134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18E6B9D-4921-431A-A532-1F31B212596D}">
      <dsp:nvSpPr>
        <dsp:cNvPr id="0" name=""/>
        <dsp:cNvSpPr/>
      </dsp:nvSpPr>
      <dsp:spPr>
        <a:xfrm>
          <a:off x="1897930" y="2506664"/>
          <a:ext cx="361347" cy="1671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300" kern="1200" dirty="0">
              <a:latin typeface="Calibri Light" panose="020F0302020204030204"/>
            </a:rPr>
            <a:t>名西</a:t>
          </a:r>
        </a:p>
      </dsp:txBody>
      <dsp:txXfrm>
        <a:off x="1897930" y="2506664"/>
        <a:ext cx="361347" cy="1671109"/>
      </dsp:txXfrm>
    </dsp:sp>
    <dsp:sp modelId="{A07B39AF-CFDD-48F6-99B5-5AB2CF4E6629}">
      <dsp:nvSpPr>
        <dsp:cNvPr id="0" name=""/>
        <dsp:cNvSpPr/>
      </dsp:nvSpPr>
      <dsp:spPr>
        <a:xfrm>
          <a:off x="1897930" y="1908213"/>
          <a:ext cx="361347" cy="36134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5B3E740-B67A-4A73-A97A-B34B3FC18B6A}">
      <dsp:nvSpPr>
        <dsp:cNvPr id="0" name=""/>
        <dsp:cNvSpPr/>
      </dsp:nvSpPr>
      <dsp:spPr>
        <a:xfrm>
          <a:off x="2277345" y="0"/>
          <a:ext cx="361347" cy="1671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b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300" kern="1200" dirty="0">
              <a:latin typeface="Calibri Light" panose="020F0302020204030204"/>
            </a:rPr>
            <a:t>庄内緑地公園</a:t>
          </a:r>
        </a:p>
      </dsp:txBody>
      <dsp:txXfrm>
        <a:off x="2277345" y="0"/>
        <a:ext cx="361347" cy="1671109"/>
      </dsp:txXfrm>
    </dsp:sp>
    <dsp:sp modelId="{69744F8A-733A-4F48-969E-7B1AD216846A}">
      <dsp:nvSpPr>
        <dsp:cNvPr id="0" name=""/>
        <dsp:cNvSpPr/>
      </dsp:nvSpPr>
      <dsp:spPr>
        <a:xfrm>
          <a:off x="2277345" y="1908213"/>
          <a:ext cx="361347" cy="36134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B7AFDC1-3FF6-4879-B36E-3089D89937B7}">
      <dsp:nvSpPr>
        <dsp:cNvPr id="0" name=""/>
        <dsp:cNvSpPr/>
      </dsp:nvSpPr>
      <dsp:spPr>
        <a:xfrm>
          <a:off x="2656760" y="2506664"/>
          <a:ext cx="361347" cy="1671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300" kern="1200" dirty="0">
              <a:latin typeface="Calibri Light" panose="020F0302020204030204"/>
            </a:rPr>
            <a:t>上小田井</a:t>
          </a:r>
        </a:p>
      </dsp:txBody>
      <dsp:txXfrm>
        <a:off x="2656760" y="2506664"/>
        <a:ext cx="361347" cy="1671109"/>
      </dsp:txXfrm>
    </dsp:sp>
    <dsp:sp modelId="{1B658DF9-F472-4071-8B4E-2F9AD01886D2}">
      <dsp:nvSpPr>
        <dsp:cNvPr id="0" name=""/>
        <dsp:cNvSpPr/>
      </dsp:nvSpPr>
      <dsp:spPr>
        <a:xfrm>
          <a:off x="2656760" y="1908213"/>
          <a:ext cx="361347" cy="36134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F42F162-516E-48F7-BD35-C850A9B8EF4C}">
      <dsp:nvSpPr>
        <dsp:cNvPr id="0" name=""/>
        <dsp:cNvSpPr/>
      </dsp:nvSpPr>
      <dsp:spPr>
        <a:xfrm>
          <a:off x="3036175" y="0"/>
          <a:ext cx="361347" cy="1671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b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300" kern="1200" dirty="0">
              <a:latin typeface="Calibri Light" panose="020F0302020204030204"/>
            </a:rPr>
            <a:t>西春</a:t>
          </a:r>
        </a:p>
      </dsp:txBody>
      <dsp:txXfrm>
        <a:off x="3036175" y="0"/>
        <a:ext cx="361347" cy="1671109"/>
      </dsp:txXfrm>
    </dsp:sp>
    <dsp:sp modelId="{8BF798E4-19A5-47A5-AC2D-81ECC6BF257C}">
      <dsp:nvSpPr>
        <dsp:cNvPr id="0" name=""/>
        <dsp:cNvSpPr/>
      </dsp:nvSpPr>
      <dsp:spPr>
        <a:xfrm>
          <a:off x="3036175" y="1908213"/>
          <a:ext cx="361347" cy="36134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FC8609F-17DF-4B93-B517-5A5ABCF3C729}">
      <dsp:nvSpPr>
        <dsp:cNvPr id="0" name=""/>
        <dsp:cNvSpPr/>
      </dsp:nvSpPr>
      <dsp:spPr>
        <a:xfrm>
          <a:off x="3415590" y="2506664"/>
          <a:ext cx="361347" cy="1671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300" kern="1200" dirty="0">
              <a:latin typeface="Calibri Light" panose="020F0302020204030204"/>
            </a:rPr>
            <a:t>石橋</a:t>
          </a:r>
        </a:p>
      </dsp:txBody>
      <dsp:txXfrm>
        <a:off x="3415590" y="2506664"/>
        <a:ext cx="361347" cy="1671109"/>
      </dsp:txXfrm>
    </dsp:sp>
    <dsp:sp modelId="{223306D6-4D58-42E0-AFC6-87DCE5EF1529}">
      <dsp:nvSpPr>
        <dsp:cNvPr id="0" name=""/>
        <dsp:cNvSpPr/>
      </dsp:nvSpPr>
      <dsp:spPr>
        <a:xfrm>
          <a:off x="3415590" y="1908213"/>
          <a:ext cx="361347" cy="36134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0CFFA8B-46FB-416E-9048-7753234CA4DB}">
      <dsp:nvSpPr>
        <dsp:cNvPr id="0" name=""/>
        <dsp:cNvSpPr/>
      </dsp:nvSpPr>
      <dsp:spPr>
        <a:xfrm>
          <a:off x="3795004" y="0"/>
          <a:ext cx="361347" cy="1671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b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1300" kern="1200" dirty="0"/>
            <a:t>稲沢</a:t>
          </a:r>
          <a:endParaRPr kumimoji="1" lang="ja-JP" altLang="en-US" sz="1300" kern="1200" dirty="0">
            <a:latin typeface="Calibri Light" panose="020F0302020204030204"/>
          </a:endParaRPr>
        </a:p>
      </dsp:txBody>
      <dsp:txXfrm>
        <a:off x="3795004" y="0"/>
        <a:ext cx="361347" cy="1671109"/>
      </dsp:txXfrm>
    </dsp:sp>
    <dsp:sp modelId="{CB788FF2-253B-4624-8D03-FBA98AED4F00}">
      <dsp:nvSpPr>
        <dsp:cNvPr id="0" name=""/>
        <dsp:cNvSpPr/>
      </dsp:nvSpPr>
      <dsp:spPr>
        <a:xfrm>
          <a:off x="3795004" y="1908213"/>
          <a:ext cx="361347" cy="36134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DDB35A9-85BB-42DC-8085-F69D9B133684}">
      <dsp:nvSpPr>
        <dsp:cNvPr id="0" name=""/>
        <dsp:cNvSpPr/>
      </dsp:nvSpPr>
      <dsp:spPr>
        <a:xfrm>
          <a:off x="4174419" y="2506664"/>
          <a:ext cx="361347" cy="1671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300" kern="1200" dirty="0">
              <a:latin typeface="Calibri Light" panose="020F0302020204030204"/>
            </a:rPr>
            <a:t>多加木</a:t>
          </a:r>
        </a:p>
      </dsp:txBody>
      <dsp:txXfrm>
        <a:off x="4174419" y="2506664"/>
        <a:ext cx="361347" cy="1671109"/>
      </dsp:txXfrm>
    </dsp:sp>
    <dsp:sp modelId="{3EBFA38B-37A6-499E-92FE-C3B46D031B37}">
      <dsp:nvSpPr>
        <dsp:cNvPr id="0" name=""/>
        <dsp:cNvSpPr/>
      </dsp:nvSpPr>
      <dsp:spPr>
        <a:xfrm>
          <a:off x="4174419" y="1908213"/>
          <a:ext cx="361347" cy="36134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4AC4DE4-607D-4174-AD8D-495EF6CC0ED3}">
      <dsp:nvSpPr>
        <dsp:cNvPr id="0" name=""/>
        <dsp:cNvSpPr/>
      </dsp:nvSpPr>
      <dsp:spPr>
        <a:xfrm>
          <a:off x="4553834" y="0"/>
          <a:ext cx="361347" cy="1671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b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300" kern="1200" dirty="0">
              <a:latin typeface="Calibri Light" panose="020F0302020204030204"/>
            </a:rPr>
            <a:t>大江川</a:t>
          </a:r>
        </a:p>
      </dsp:txBody>
      <dsp:txXfrm>
        <a:off x="4553834" y="0"/>
        <a:ext cx="361347" cy="1671109"/>
      </dsp:txXfrm>
    </dsp:sp>
    <dsp:sp modelId="{ADB74BA8-6A66-4AB4-A1F2-9411557F2CF0}">
      <dsp:nvSpPr>
        <dsp:cNvPr id="0" name=""/>
        <dsp:cNvSpPr/>
      </dsp:nvSpPr>
      <dsp:spPr>
        <a:xfrm>
          <a:off x="4553834" y="1908213"/>
          <a:ext cx="361347" cy="36134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520D75A-09DD-46B3-A8ED-BC4A8934A6EA}">
      <dsp:nvSpPr>
        <dsp:cNvPr id="0" name=""/>
        <dsp:cNvSpPr/>
      </dsp:nvSpPr>
      <dsp:spPr>
        <a:xfrm>
          <a:off x="4933249" y="2506664"/>
          <a:ext cx="361347" cy="1671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300" kern="1200" dirty="0">
              <a:solidFill>
                <a:srgbClr val="FF0000"/>
              </a:solidFill>
              <a:latin typeface="Calibri Light" panose="020F0302020204030204"/>
            </a:rPr>
            <a:t>終点</a:t>
          </a:r>
          <a:r>
            <a:rPr kumimoji="1" lang="ja-JP" altLang="en-US" sz="1300" kern="1200" dirty="0">
              <a:latin typeface="Calibri Light" panose="020F0302020204030204"/>
            </a:rPr>
            <a:t>一宮</a:t>
          </a:r>
        </a:p>
      </dsp:txBody>
      <dsp:txXfrm>
        <a:off x="4933249" y="2506664"/>
        <a:ext cx="361347" cy="1671109"/>
      </dsp:txXfrm>
    </dsp:sp>
    <dsp:sp modelId="{E75F3C0A-EB8E-4B3A-B675-B54FFE835D9E}">
      <dsp:nvSpPr>
        <dsp:cNvPr id="0" name=""/>
        <dsp:cNvSpPr/>
      </dsp:nvSpPr>
      <dsp:spPr>
        <a:xfrm>
          <a:off x="4933249" y="1908213"/>
          <a:ext cx="361347" cy="36134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2022/6/15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910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2022/6/15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515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2022/6/15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3904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2022/6/15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540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2022/6/15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788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2022/6/15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958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2022/6/15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286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2022/6/15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8451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2022/6/15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938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2022/6/15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574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2022/6/15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086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02A643-9BB0-4E02-80B2-2C0A5E5D738E}" type="datetimeFigureOut">
              <a:rPr kumimoji="1" lang="ja-JP" altLang="en-US" smtClean="0"/>
              <a:t>2022/6/15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728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1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8F9622-9B2E-4C97-CFE9-FD3E3EFF0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ＭＳ Ｐゴシック"/>
                <a:cs typeface="Calibri Light"/>
              </a:rPr>
              <a:t>びっくり鉄道_一宮線_車内モニター_１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4C598D5-1E71-1CEB-925F-4DEEE7884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ja-JP" altLang="en-US">
                <a:ea typeface="ＭＳ Ｐゴシック"/>
                <a:cs typeface="Calibri"/>
              </a:rPr>
              <a:t>サンプル、一宮区間が収容されています。</a:t>
            </a:r>
            <a:endParaRPr lang="ja-JP" altLang="en-US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524625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647A5C-0E46-AECE-6132-D8240A6B8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ＭＳ Ｐゴシック"/>
                <a:cs typeface="Calibri Light"/>
              </a:rPr>
              <a:t>サンプル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8790B33-1596-57E4-D26E-D3CF4044B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ja-JP" altLang="en-US">
                <a:ea typeface="ＭＳ Ｐゴシック"/>
                <a:cs typeface="Calibri"/>
              </a:rPr>
              <a:t>文章を改良して使用。（コピー可）</a:t>
            </a:r>
            <a:endParaRPr lang="ja-JP" altLang="en-US" dirty="0">
              <a:ea typeface="ＭＳ Ｐゴシック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62504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0" y="288476"/>
            <a:ext cx="12206377" cy="1740619"/>
          </a:xfrm>
          <a:ln w="285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 sz="3200" b="1">
                <a:latin typeface="MS PGothic"/>
                <a:ea typeface="MS PGothic"/>
                <a:cs typeface="Calibri Light" panose="020F0302020204030204"/>
              </a:rPr>
              <a:t>びっくり鉄道　</a:t>
            </a:r>
            <a:r>
              <a:rPr lang="ja-JP" altLang="en-US" sz="3200" b="1">
                <a:solidFill>
                  <a:srgbClr val="00B050"/>
                </a:solidFill>
                <a:latin typeface="MS PGothic"/>
                <a:ea typeface="MS PGothic"/>
                <a:cs typeface="Calibri Light" panose="020F0302020204030204"/>
              </a:rPr>
              <a:t>一宮線 </a:t>
            </a:r>
            <a:r>
              <a:rPr lang="ja-JP" altLang="en-US" sz="3200" b="1">
                <a:latin typeface="MS PGothic"/>
                <a:ea typeface="MS PGothic"/>
                <a:cs typeface="Calibri Light" panose="020F0302020204030204"/>
              </a:rPr>
              <a:t>　一宮ゆき</a:t>
            </a:r>
            <a:br>
              <a:rPr lang="ja-JP" altLang="en-US" sz="3200" b="1" dirty="0">
                <a:latin typeface="MS PGothic"/>
                <a:ea typeface="MS PGothic"/>
                <a:cs typeface="Calibri Light" panose="020F0302020204030204"/>
              </a:rPr>
            </a:br>
            <a:br>
              <a:rPr lang="ja-JP" altLang="en-US" sz="3200" b="1" dirty="0">
                <a:latin typeface="MS PGothic"/>
                <a:ea typeface="MS PGothic"/>
                <a:cs typeface="Calibri Light" panose="020F0302020204030204"/>
              </a:rPr>
            </a:br>
            <a:r>
              <a:rPr lang="ja-JP" altLang="en-US" sz="2400">
                <a:ea typeface="ＭＳ Ｐゴシック"/>
                <a:cs typeface="Calibri Light" panose="020F0302020204030204"/>
              </a:rPr>
              <a:t>次は</a:t>
            </a:r>
            <a:r>
              <a:rPr lang="ja-JP" altLang="en-US" sz="3200">
                <a:ea typeface="ＭＳ Ｐゴシック"/>
                <a:cs typeface="Calibri Light" panose="020F0302020204030204"/>
              </a:rPr>
              <a:t>　</a:t>
            </a:r>
            <a:r>
              <a:rPr lang="ja-JP" altLang="en-US" sz="4800">
                <a:ea typeface="ＭＳ Ｐゴシック"/>
                <a:cs typeface="Calibri Light" panose="020F0302020204030204"/>
              </a:rPr>
              <a:t>　  駅</a:t>
            </a:r>
            <a:r>
              <a:rPr lang="ja-JP" altLang="en-US" sz="4800">
                <a:solidFill>
                  <a:srgbClr val="000000"/>
                </a:solidFill>
                <a:ea typeface="ＭＳ Ｐゴシック"/>
                <a:cs typeface="Calibri Light" panose="020F0302020204030204"/>
              </a:rPr>
              <a:t>名</a:t>
            </a:r>
            <a:r>
              <a:rPr lang="ja-JP" altLang="en-US" sz="4800" b="1">
                <a:solidFill>
                  <a:srgbClr val="FF0000"/>
                </a:solidFill>
                <a:ea typeface="ＭＳ Ｐゴシック"/>
                <a:cs typeface="Calibri Light" panose="020F0302020204030204"/>
              </a:rPr>
              <a:t>（終点）</a:t>
            </a:r>
            <a:endParaRPr lang="ja-JP" altLang="en-US" sz="4800" b="1" dirty="0">
              <a:solidFill>
                <a:srgbClr val="FF0000"/>
              </a:solidFill>
              <a:ea typeface="ＭＳ Ｐゴシック"/>
              <a:cs typeface="Calibri Light" panose="020F0302020204030204"/>
            </a:endParaRP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0" y="6261847"/>
            <a:ext cx="12206377" cy="591838"/>
          </a:xfrm>
          <a:ln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ja-JP" altLang="en-US" sz="3200" b="1">
                <a:solidFill>
                  <a:srgbClr val="FF0000"/>
                </a:solidFill>
                <a:ea typeface="ＭＳ Ｐゴシック"/>
                <a:cs typeface="Calibri"/>
              </a:rPr>
              <a:t>※警告</a:t>
            </a:r>
            <a:r>
              <a:rPr lang="ja-JP" altLang="en-US" sz="3200">
                <a:ea typeface="ＭＳ Ｐゴシック"/>
                <a:cs typeface="Calibri"/>
              </a:rPr>
              <a:t>｜乗り換え案内など</a:t>
            </a:r>
            <a:endParaRPr lang="ja-JP" altLang="en-US" sz="3200">
              <a:solidFill>
                <a:schemeClr val="accent2"/>
              </a:solidFill>
              <a:ea typeface="ＭＳ Ｐゴシック"/>
              <a:cs typeface="Calibri"/>
            </a:endParaRPr>
          </a:p>
          <a:p>
            <a:pPr algn="l"/>
            <a:endParaRPr lang="ja-JP" altLang="en-US" sz="4000" dirty="0">
              <a:ea typeface="ＭＳ Ｐゴシック"/>
              <a:cs typeface="Calibri"/>
            </a:endParaRPr>
          </a:p>
          <a:p>
            <a:pPr algn="l"/>
            <a:endParaRPr lang="ja-JP" altLang="en-US" dirty="0">
              <a:solidFill>
                <a:srgbClr val="FF0000"/>
              </a:solidFill>
              <a:ea typeface="ＭＳ Ｐゴシック"/>
              <a:cs typeface="Calibr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56FE01B-222C-20D1-5920-21F3199883BC}"/>
              </a:ext>
            </a:extLst>
          </p:cNvPr>
          <p:cNvSpPr/>
          <p:nvPr/>
        </p:nvSpPr>
        <p:spPr>
          <a:xfrm>
            <a:off x="2875" y="-4313"/>
            <a:ext cx="12235131" cy="287547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i="1">
                <a:ea typeface="ＭＳ Ｐゴシック"/>
                <a:cs typeface="Calibri"/>
              </a:rPr>
              <a:t>Bikkuri Railway | Ichinomiya line  Bound to Ichinomiya</a:t>
            </a: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AD6D8060-C052-F015-1FE6-33996939837B}"/>
              </a:ext>
            </a:extLst>
          </p:cNvPr>
          <p:cNvSpPr/>
          <p:nvPr/>
        </p:nvSpPr>
        <p:spPr>
          <a:xfrm>
            <a:off x="4407984" y="1121940"/>
            <a:ext cx="920150" cy="89139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3200">
                <a:latin typeface="MS PGothic"/>
                <a:ea typeface="MS PGothic"/>
                <a:cs typeface="Calibri"/>
              </a:rPr>
              <a:t>I</a:t>
            </a:r>
            <a:endParaRPr lang="ja-JP" altLang="en-US" sz="3200" dirty="0">
              <a:latin typeface="MS PGothic"/>
              <a:ea typeface="MS PGothic"/>
              <a:cs typeface="Calibri"/>
            </a:endParaRPr>
          </a:p>
          <a:p>
            <a:pPr algn="ctr"/>
            <a:r>
              <a:rPr lang="ja-JP" altLang="en-US" sz="1600">
                <a:ea typeface="ＭＳ Ｐゴシック"/>
                <a:cs typeface="Calibri"/>
              </a:rPr>
              <a:t>番号</a:t>
            </a:r>
          </a:p>
        </p:txBody>
      </p:sp>
      <p:graphicFrame>
        <p:nvGraphicFramePr>
          <p:cNvPr id="6" name="図表 6">
            <a:extLst>
              <a:ext uri="{FF2B5EF4-FFF2-40B4-BE49-F238E27FC236}">
                <a16:creationId xmlns:a16="http://schemas.microsoft.com/office/drawing/2014/main" id="{C1F3B97A-81AD-8E70-72A7-9217AFACCB20}"/>
              </a:ext>
            </a:extLst>
          </p:cNvPr>
          <p:cNvGraphicFramePr/>
          <p:nvPr/>
        </p:nvGraphicFramePr>
        <p:xfrm>
          <a:off x="0" y="2017143"/>
          <a:ext cx="12206377" cy="42326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941660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0" y="288476"/>
            <a:ext cx="12206377" cy="1740619"/>
          </a:xfrm>
          <a:ln w="285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 sz="3200" b="1">
                <a:latin typeface="MS PGothic"/>
                <a:ea typeface="MS PGothic"/>
                <a:cs typeface="Calibri Light" panose="020F0302020204030204"/>
              </a:rPr>
              <a:t>びっくり鉄道　</a:t>
            </a:r>
            <a:r>
              <a:rPr lang="ja-JP" altLang="en-US" sz="3200" b="1">
                <a:solidFill>
                  <a:srgbClr val="00B050"/>
                </a:solidFill>
                <a:latin typeface="MS PGothic"/>
                <a:ea typeface="MS PGothic"/>
                <a:cs typeface="Calibri Light" panose="020F0302020204030204"/>
              </a:rPr>
              <a:t>一宮線 </a:t>
            </a:r>
            <a:r>
              <a:rPr lang="ja-JP" altLang="en-US" sz="3200" b="1">
                <a:latin typeface="MS PGothic"/>
                <a:ea typeface="MS PGothic"/>
                <a:cs typeface="Calibri Light" panose="020F0302020204030204"/>
              </a:rPr>
              <a:t>　一宮ゆき</a:t>
            </a:r>
            <a:br>
              <a:rPr lang="ja-JP" altLang="en-US" sz="3200" b="1" dirty="0">
                <a:latin typeface="MS PGothic"/>
                <a:ea typeface="MS PGothic"/>
                <a:cs typeface="Calibri Light" panose="020F0302020204030204"/>
              </a:rPr>
            </a:br>
            <a:br>
              <a:rPr lang="ja-JP" altLang="en-US" sz="3200" b="1" dirty="0">
                <a:latin typeface="MS PGothic"/>
                <a:ea typeface="MS PGothic"/>
                <a:cs typeface="Calibri Light" panose="020F0302020204030204"/>
              </a:rPr>
            </a:br>
            <a:r>
              <a:rPr lang="ja-JP" altLang="en-US" sz="2400">
                <a:ea typeface="ＭＳ Ｐゴシック"/>
                <a:cs typeface="Calibri Light" panose="020F0302020204030204"/>
              </a:rPr>
              <a:t>間もなく</a:t>
            </a:r>
            <a:r>
              <a:rPr lang="ja-JP" altLang="en-US" sz="3200">
                <a:ea typeface="ＭＳ Ｐゴシック"/>
                <a:cs typeface="Calibri Light" panose="020F0302020204030204"/>
              </a:rPr>
              <a:t>　</a:t>
            </a:r>
            <a:r>
              <a:rPr lang="ja-JP" altLang="en-US" sz="4800">
                <a:ea typeface="ＭＳ Ｐゴシック"/>
                <a:cs typeface="Calibri Light" panose="020F0302020204030204"/>
              </a:rPr>
              <a:t>　  駅</a:t>
            </a:r>
            <a:r>
              <a:rPr lang="ja-JP" altLang="en-US" sz="4800">
                <a:solidFill>
                  <a:srgbClr val="000000"/>
                </a:solidFill>
                <a:ea typeface="ＭＳ Ｐゴシック"/>
                <a:cs typeface="Calibri Light" panose="020F0302020204030204"/>
              </a:rPr>
              <a:t>名</a:t>
            </a:r>
            <a:r>
              <a:rPr lang="ja-JP" altLang="en-US" sz="4800" b="1">
                <a:solidFill>
                  <a:srgbClr val="FF0000"/>
                </a:solidFill>
                <a:ea typeface="ＭＳ Ｐゴシック"/>
                <a:cs typeface="Calibri Light" panose="020F0302020204030204"/>
              </a:rPr>
              <a:t>（終点）</a:t>
            </a:r>
            <a:endParaRPr lang="ja-JP" altLang="en-US" sz="4800" b="1" dirty="0">
              <a:solidFill>
                <a:srgbClr val="FF0000"/>
              </a:solidFill>
              <a:ea typeface="ＭＳ Ｐゴシック"/>
              <a:cs typeface="Calibri Light" panose="020F0302020204030204"/>
            </a:endParaRP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6308810" y="2424389"/>
            <a:ext cx="5890701" cy="4422429"/>
          </a:xfrm>
          <a:ln w="12700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endParaRPr lang="ja-JP" altLang="en-US" sz="3600" dirty="0">
              <a:solidFill>
                <a:srgbClr val="000000"/>
              </a:solidFill>
              <a:ea typeface="ＭＳ Ｐゴシック"/>
              <a:cs typeface="Calibri"/>
            </a:endParaRPr>
          </a:p>
          <a:p>
            <a:pPr algn="l"/>
            <a:r>
              <a:rPr lang="ja-JP" altLang="en-US" sz="3600">
                <a:ea typeface="ＭＳ Ｐゴシック"/>
                <a:cs typeface="Calibri"/>
              </a:rPr>
              <a:t>乗り換え案内、警告、施設案内など</a:t>
            </a:r>
            <a:endParaRPr lang="ja-JP" altLang="en-US" sz="3600" dirty="0">
              <a:ea typeface="ＭＳ Ｐゴシック"/>
              <a:cs typeface="Calibri"/>
            </a:endParaRPr>
          </a:p>
          <a:p>
            <a:pPr algn="l"/>
            <a:endParaRPr lang="ja-JP" altLang="en-US" sz="4000" dirty="0">
              <a:ea typeface="ＭＳ Ｐゴシック"/>
              <a:cs typeface="Calibri"/>
            </a:endParaRPr>
          </a:p>
          <a:p>
            <a:pPr algn="l"/>
            <a:endParaRPr lang="ja-JP" altLang="en-US" dirty="0">
              <a:solidFill>
                <a:srgbClr val="FF0000"/>
              </a:solidFill>
              <a:ea typeface="ＭＳ Ｐゴシック"/>
              <a:cs typeface="Calibr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56FE01B-222C-20D1-5920-21F3199883BC}"/>
              </a:ext>
            </a:extLst>
          </p:cNvPr>
          <p:cNvSpPr/>
          <p:nvPr/>
        </p:nvSpPr>
        <p:spPr>
          <a:xfrm>
            <a:off x="2875" y="-4313"/>
            <a:ext cx="12235131" cy="287547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i="1">
                <a:ea typeface="ＭＳ Ｐゴシック"/>
                <a:cs typeface="Calibri"/>
              </a:rPr>
              <a:t>Bikkuri Railway | Ichinomiya line  Bound to Ichinomiya</a:t>
            </a: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AD6D8060-C052-F015-1FE6-33996939837B}"/>
              </a:ext>
            </a:extLst>
          </p:cNvPr>
          <p:cNvSpPr/>
          <p:nvPr/>
        </p:nvSpPr>
        <p:spPr>
          <a:xfrm>
            <a:off x="4624696" y="1123734"/>
            <a:ext cx="920150" cy="89139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3200">
                <a:latin typeface="MS PGothic"/>
                <a:ea typeface="MS PGothic"/>
                <a:cs typeface="Calibri"/>
              </a:rPr>
              <a:t>I</a:t>
            </a:r>
            <a:endParaRPr lang="ja-JP" altLang="en-US" sz="3200" dirty="0">
              <a:latin typeface="MS PGothic"/>
              <a:ea typeface="MS PGothic"/>
              <a:cs typeface="Calibri"/>
            </a:endParaRPr>
          </a:p>
          <a:p>
            <a:pPr algn="ctr"/>
            <a:r>
              <a:rPr lang="ja-JP" altLang="en-US" sz="1600">
                <a:ea typeface="ＭＳ Ｐゴシック"/>
                <a:cs typeface="Calibri"/>
              </a:rPr>
              <a:t>番号</a:t>
            </a:r>
            <a:endParaRPr lang="ja-JP" altLang="en-US" sz="1600" dirty="0">
              <a:ea typeface="ＭＳ Ｐゴシック"/>
              <a:cs typeface="Calibri"/>
            </a:endParaRPr>
          </a:p>
        </p:txBody>
      </p:sp>
      <p:graphicFrame>
        <p:nvGraphicFramePr>
          <p:cNvPr id="6" name="図表 6">
            <a:extLst>
              <a:ext uri="{FF2B5EF4-FFF2-40B4-BE49-F238E27FC236}">
                <a16:creationId xmlns:a16="http://schemas.microsoft.com/office/drawing/2014/main" id="{C1F3B97A-81AD-8E70-72A7-9217AFACCB20}"/>
              </a:ext>
            </a:extLst>
          </p:cNvPr>
          <p:cNvGraphicFramePr/>
          <p:nvPr/>
        </p:nvGraphicFramePr>
        <p:xfrm>
          <a:off x="0" y="2017143"/>
          <a:ext cx="5883837" cy="41777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5186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3E6C6E-5CCF-B162-EB71-A394EB6CD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ＭＳ Ｐゴシック"/>
                <a:cs typeface="Calibri Light"/>
              </a:rPr>
              <a:t>一宮 区間のモニター画面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10386AC-0D00-DBC5-F84B-59ADFB7EE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ja-JP" altLang="en-US">
                <a:ea typeface="ＭＳ Ｐゴシック"/>
                <a:cs typeface="Calibri" panose="020F0502020204030204"/>
              </a:rPr>
              <a:t>次は、まもなく、回送列車案内</a:t>
            </a:r>
            <a:endParaRPr lang="ja-JP" altLang="en-US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71357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0" y="288476"/>
            <a:ext cx="12206377" cy="1740619"/>
          </a:xfrm>
          <a:ln w="285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 sz="3200" b="1">
                <a:latin typeface="MS PGothic"/>
                <a:ea typeface="MS PGothic"/>
                <a:cs typeface="Calibri Light" panose="020F0302020204030204"/>
              </a:rPr>
              <a:t>びっくり鉄道　</a:t>
            </a:r>
            <a:r>
              <a:rPr lang="ja-JP" altLang="en-US" sz="3200" b="1">
                <a:solidFill>
                  <a:srgbClr val="00B050"/>
                </a:solidFill>
                <a:latin typeface="MS PGothic"/>
                <a:ea typeface="MS PGothic"/>
                <a:cs typeface="Calibri Light" panose="020F0302020204030204"/>
              </a:rPr>
              <a:t>一宮線 </a:t>
            </a:r>
            <a:r>
              <a:rPr lang="ja-JP" altLang="en-US" sz="3200" b="1">
                <a:latin typeface="MS PGothic"/>
                <a:ea typeface="MS PGothic"/>
                <a:cs typeface="Calibri Light" panose="020F0302020204030204"/>
              </a:rPr>
              <a:t>　一宮ゆき</a:t>
            </a:r>
            <a:br>
              <a:rPr lang="ja-JP" altLang="en-US" sz="3200" b="1" dirty="0">
                <a:latin typeface="MS PGothic"/>
                <a:ea typeface="MS PGothic"/>
                <a:cs typeface="Calibri Light" panose="020F0302020204030204"/>
              </a:rPr>
            </a:br>
            <a:br>
              <a:rPr lang="ja-JP" altLang="en-US" sz="3200" b="1" dirty="0">
                <a:latin typeface="MS PGothic"/>
                <a:ea typeface="MS PGothic"/>
                <a:cs typeface="Calibri Light" panose="020F0302020204030204"/>
              </a:rPr>
            </a:br>
            <a:r>
              <a:rPr lang="ja-JP" altLang="en-US" sz="2400">
                <a:ea typeface="ＭＳ Ｐゴシック"/>
                <a:cs typeface="Calibri Light" panose="020F0302020204030204"/>
              </a:rPr>
              <a:t>次は</a:t>
            </a:r>
            <a:r>
              <a:rPr lang="ja-JP" altLang="en-US" sz="3200">
                <a:ea typeface="ＭＳ Ｐゴシック"/>
                <a:cs typeface="Calibri Light" panose="020F0302020204030204"/>
              </a:rPr>
              <a:t>　</a:t>
            </a:r>
            <a:r>
              <a:rPr lang="ja-JP" altLang="en-US" sz="4800">
                <a:ea typeface="ＭＳ Ｐゴシック"/>
                <a:cs typeface="Calibri Light" panose="020F0302020204030204"/>
              </a:rPr>
              <a:t>　  一宮</a:t>
            </a:r>
            <a:r>
              <a:rPr lang="ja-JP" altLang="en-US" sz="4800" b="1">
                <a:solidFill>
                  <a:srgbClr val="FF0000"/>
                </a:solidFill>
                <a:ea typeface="ＭＳ Ｐゴシック"/>
                <a:cs typeface="Calibri Light" panose="020F0302020204030204"/>
              </a:rPr>
              <a:t>（終点）</a:t>
            </a:r>
            <a:endParaRPr lang="ja-JP" altLang="en-US" sz="4800" b="1" dirty="0">
              <a:solidFill>
                <a:srgbClr val="FF0000"/>
              </a:solidFill>
              <a:ea typeface="ＭＳ Ｐゴシック"/>
              <a:cs typeface="Calibri Light" panose="020F0302020204030204"/>
            </a:endParaRP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0" y="6261847"/>
            <a:ext cx="12206377" cy="591838"/>
          </a:xfrm>
          <a:ln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ja-JP" altLang="en-US" sz="3200" b="1">
                <a:solidFill>
                  <a:srgbClr val="FF0000"/>
                </a:solidFill>
                <a:ea typeface="ＭＳ Ｐゴシック"/>
                <a:cs typeface="Calibri"/>
              </a:rPr>
              <a:t>※終点です</a:t>
            </a:r>
            <a:r>
              <a:rPr lang="ja-JP" altLang="en-US" sz="3200">
                <a:ea typeface="ＭＳ Ｐゴシック"/>
                <a:cs typeface="Calibri"/>
              </a:rPr>
              <a:t>｜乗り換え：</a:t>
            </a:r>
            <a:r>
              <a:rPr lang="ja-JP" altLang="en-US" sz="3200">
                <a:solidFill>
                  <a:schemeClr val="accent2"/>
                </a:solidFill>
                <a:ea typeface="ＭＳ Ｐゴシック"/>
                <a:cs typeface="Calibri"/>
              </a:rPr>
              <a:t>JR東海道線</a:t>
            </a:r>
            <a:r>
              <a:rPr lang="ja-JP" altLang="en-US" sz="3200">
                <a:ea typeface="ＭＳ Ｐゴシック"/>
                <a:cs typeface="Calibri"/>
              </a:rPr>
              <a:t>、</a:t>
            </a:r>
            <a:r>
              <a:rPr lang="ja-JP" altLang="en-US" sz="3200">
                <a:solidFill>
                  <a:srgbClr val="FF0000"/>
                </a:solidFill>
                <a:ea typeface="ＭＳ Ｐゴシック"/>
                <a:cs typeface="Calibri"/>
              </a:rPr>
              <a:t>名鉄名古屋本線</a:t>
            </a:r>
            <a:endParaRPr lang="ja-JP" altLang="en-US" sz="3200"/>
          </a:p>
          <a:p>
            <a:pPr algn="l"/>
            <a:endParaRPr lang="ja-JP" altLang="en-US" sz="4000" dirty="0">
              <a:ea typeface="ＭＳ Ｐゴシック"/>
              <a:cs typeface="Calibri"/>
            </a:endParaRPr>
          </a:p>
          <a:p>
            <a:pPr algn="l"/>
            <a:endParaRPr lang="ja-JP" altLang="en-US" dirty="0">
              <a:solidFill>
                <a:srgbClr val="FF0000"/>
              </a:solidFill>
              <a:ea typeface="ＭＳ Ｐゴシック"/>
              <a:cs typeface="Calibr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56FE01B-222C-20D1-5920-21F3199883BC}"/>
              </a:ext>
            </a:extLst>
          </p:cNvPr>
          <p:cNvSpPr/>
          <p:nvPr/>
        </p:nvSpPr>
        <p:spPr>
          <a:xfrm>
            <a:off x="2875" y="-4313"/>
            <a:ext cx="12235131" cy="287547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i="1">
                <a:ea typeface="ＭＳ Ｐゴシック"/>
                <a:cs typeface="Calibri"/>
              </a:rPr>
              <a:t>Bikkuri Railway | Ichinomiya line  Bound to Ichinomiya</a:t>
            </a: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AD6D8060-C052-F015-1FE6-33996939837B}"/>
              </a:ext>
            </a:extLst>
          </p:cNvPr>
          <p:cNvSpPr/>
          <p:nvPr/>
        </p:nvSpPr>
        <p:spPr>
          <a:xfrm>
            <a:off x="4407984" y="1121940"/>
            <a:ext cx="920150" cy="89139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3200">
                <a:latin typeface="MS PGothic"/>
                <a:ea typeface="MS PGothic"/>
                <a:cs typeface="Calibri"/>
              </a:rPr>
              <a:t>I</a:t>
            </a:r>
            <a:endParaRPr lang="ja-JP" altLang="en-US" sz="3200" dirty="0">
              <a:latin typeface="MS PGothic"/>
              <a:ea typeface="MS PGothic"/>
              <a:cs typeface="Calibri"/>
            </a:endParaRPr>
          </a:p>
          <a:p>
            <a:pPr algn="ctr"/>
            <a:r>
              <a:rPr lang="ja-JP" altLang="en-US" sz="3200" dirty="0">
                <a:ea typeface="ＭＳ Ｐゴシック"/>
                <a:cs typeface="Calibri"/>
              </a:rPr>
              <a:t>14</a:t>
            </a:r>
          </a:p>
        </p:txBody>
      </p:sp>
      <p:graphicFrame>
        <p:nvGraphicFramePr>
          <p:cNvPr id="6" name="図表 6">
            <a:extLst>
              <a:ext uri="{FF2B5EF4-FFF2-40B4-BE49-F238E27FC236}">
                <a16:creationId xmlns:a16="http://schemas.microsoft.com/office/drawing/2014/main" id="{C1F3B97A-81AD-8E70-72A7-9217AFACCB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634633"/>
              </p:ext>
            </p:extLst>
          </p:nvPr>
        </p:nvGraphicFramePr>
        <p:xfrm>
          <a:off x="0" y="2017143"/>
          <a:ext cx="12206377" cy="42326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283802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0" y="288476"/>
            <a:ext cx="12206377" cy="1740619"/>
          </a:xfrm>
          <a:ln w="285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 sz="3200" b="1">
                <a:latin typeface="MS PGothic"/>
                <a:ea typeface="MS PGothic"/>
                <a:cs typeface="Calibri Light" panose="020F0302020204030204"/>
              </a:rPr>
              <a:t>びっくり鉄道　</a:t>
            </a:r>
            <a:r>
              <a:rPr lang="ja-JP" altLang="en-US" sz="3200" b="1">
                <a:solidFill>
                  <a:srgbClr val="00B050"/>
                </a:solidFill>
                <a:latin typeface="MS PGothic"/>
                <a:ea typeface="MS PGothic"/>
                <a:cs typeface="Calibri Light" panose="020F0302020204030204"/>
              </a:rPr>
              <a:t>一宮線 </a:t>
            </a:r>
            <a:r>
              <a:rPr lang="ja-JP" altLang="en-US" sz="3200" b="1">
                <a:latin typeface="MS PGothic"/>
                <a:ea typeface="MS PGothic"/>
                <a:cs typeface="Calibri Light" panose="020F0302020204030204"/>
              </a:rPr>
              <a:t>　一宮ゆき</a:t>
            </a:r>
            <a:br>
              <a:rPr lang="ja-JP" altLang="en-US" sz="3200" b="1" dirty="0">
                <a:latin typeface="MS PGothic"/>
                <a:ea typeface="MS PGothic"/>
                <a:cs typeface="Calibri Light" panose="020F0302020204030204"/>
              </a:rPr>
            </a:br>
            <a:br>
              <a:rPr lang="ja-JP" altLang="en-US" sz="3200" b="1" dirty="0">
                <a:latin typeface="MS PGothic"/>
                <a:ea typeface="MS PGothic"/>
                <a:cs typeface="Calibri Light" panose="020F0302020204030204"/>
              </a:rPr>
            </a:br>
            <a:r>
              <a:rPr lang="ja-JP" altLang="en-US" sz="2400">
                <a:ea typeface="ＭＳ Ｐゴシック"/>
                <a:cs typeface="Calibri Light" panose="020F0302020204030204"/>
              </a:rPr>
              <a:t>間もなく</a:t>
            </a:r>
            <a:r>
              <a:rPr lang="ja-JP" altLang="en-US" sz="3200">
                <a:ea typeface="ＭＳ Ｐゴシック"/>
                <a:cs typeface="Calibri Light" panose="020F0302020204030204"/>
              </a:rPr>
              <a:t>　</a:t>
            </a:r>
            <a:r>
              <a:rPr lang="ja-JP" altLang="en-US" sz="4800">
                <a:ea typeface="ＭＳ Ｐゴシック"/>
                <a:cs typeface="Calibri Light" panose="020F0302020204030204"/>
              </a:rPr>
              <a:t>　  一宮</a:t>
            </a:r>
            <a:r>
              <a:rPr lang="ja-JP" altLang="en-US" sz="4800" b="1">
                <a:solidFill>
                  <a:srgbClr val="FF0000"/>
                </a:solidFill>
                <a:ea typeface="ＭＳ Ｐゴシック"/>
                <a:cs typeface="Calibri Light" panose="020F0302020204030204"/>
              </a:rPr>
              <a:t>（終点）</a:t>
            </a:r>
            <a:endParaRPr lang="ja-JP" altLang="en-US" sz="4800" b="1" dirty="0">
              <a:solidFill>
                <a:srgbClr val="FF0000"/>
              </a:solidFill>
              <a:ea typeface="ＭＳ Ｐゴシック"/>
              <a:cs typeface="Calibri Light" panose="020F0302020204030204"/>
            </a:endParaRP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6308810" y="2424389"/>
            <a:ext cx="5890701" cy="4422429"/>
          </a:xfrm>
          <a:ln w="12700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ja-JP" altLang="en-US" sz="3600">
                <a:ea typeface="ＭＳ Ｐゴシック"/>
                <a:cs typeface="Calibri"/>
              </a:rPr>
              <a:t>乗り換え</a:t>
            </a:r>
            <a:endParaRPr lang="ja-JP" altLang="en-US" sz="3600" dirty="0">
              <a:ea typeface="ＭＳ Ｐゴシック"/>
              <a:cs typeface="Calibri"/>
            </a:endParaRPr>
          </a:p>
          <a:p>
            <a:pPr algn="l"/>
            <a:r>
              <a:rPr lang="ja-JP" altLang="en-US" sz="3200">
                <a:solidFill>
                  <a:schemeClr val="accent2"/>
                </a:solidFill>
                <a:ea typeface="ＭＳ Ｐゴシック"/>
                <a:cs typeface="Calibri"/>
              </a:rPr>
              <a:t>JR東海道線</a:t>
            </a:r>
            <a:endParaRPr lang="ja-JP" altLang="en-US" sz="3200" b="1">
              <a:solidFill>
                <a:schemeClr val="accent2"/>
              </a:solidFill>
              <a:ea typeface="ＭＳ Ｐゴシック"/>
              <a:cs typeface="Calibri"/>
            </a:endParaRPr>
          </a:p>
          <a:p>
            <a:pPr algn="l"/>
            <a:endParaRPr lang="ja-JP" altLang="en-US" sz="3200" dirty="0">
              <a:solidFill>
                <a:schemeClr val="accent2"/>
              </a:solidFill>
              <a:ea typeface="ＭＳ Ｐゴシック"/>
              <a:cs typeface="Calibri"/>
            </a:endParaRPr>
          </a:p>
          <a:p>
            <a:pPr algn="l"/>
            <a:endParaRPr lang="ja-JP" altLang="en-US" sz="3200" dirty="0">
              <a:solidFill>
                <a:schemeClr val="accent2"/>
              </a:solidFill>
              <a:ea typeface="ＭＳ Ｐゴシック"/>
              <a:cs typeface="Calibri"/>
            </a:endParaRPr>
          </a:p>
          <a:p>
            <a:pPr algn="l"/>
            <a:r>
              <a:rPr lang="ja-JP" altLang="en-US" sz="3200">
                <a:solidFill>
                  <a:srgbClr val="FF0000"/>
                </a:solidFill>
                <a:ea typeface="ＭＳ Ｐゴシック"/>
                <a:cs typeface="Calibri"/>
              </a:rPr>
              <a:t>名鉄名古屋本線</a:t>
            </a:r>
            <a:endParaRPr lang="ja-JP" altLang="en-US" sz="3200">
              <a:ea typeface="ＭＳ Ｐゴシック"/>
              <a:cs typeface="Calibri"/>
            </a:endParaRPr>
          </a:p>
          <a:p>
            <a:pPr algn="l"/>
            <a:endParaRPr lang="ja-JP" altLang="en-US" sz="4000" dirty="0">
              <a:ea typeface="ＭＳ Ｐゴシック"/>
              <a:cs typeface="Calibri"/>
            </a:endParaRPr>
          </a:p>
          <a:p>
            <a:pPr algn="l"/>
            <a:endParaRPr lang="ja-JP" altLang="en-US" dirty="0">
              <a:solidFill>
                <a:srgbClr val="FF0000"/>
              </a:solidFill>
              <a:ea typeface="ＭＳ Ｐゴシック"/>
              <a:cs typeface="Calibr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56FE01B-222C-20D1-5920-21F3199883BC}"/>
              </a:ext>
            </a:extLst>
          </p:cNvPr>
          <p:cNvSpPr/>
          <p:nvPr/>
        </p:nvSpPr>
        <p:spPr>
          <a:xfrm>
            <a:off x="2875" y="-4313"/>
            <a:ext cx="12235131" cy="287547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i="1">
                <a:ea typeface="ＭＳ Ｐゴシック"/>
                <a:cs typeface="Calibri"/>
              </a:rPr>
              <a:t>Bikkuri Railway | Ichinomiya line  Bound to Ichinomiya</a:t>
            </a: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AD6D8060-C052-F015-1FE6-33996939837B}"/>
              </a:ext>
            </a:extLst>
          </p:cNvPr>
          <p:cNvSpPr/>
          <p:nvPr/>
        </p:nvSpPr>
        <p:spPr>
          <a:xfrm>
            <a:off x="4624696" y="1123734"/>
            <a:ext cx="920150" cy="89139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3200">
                <a:latin typeface="MS PGothic"/>
                <a:ea typeface="MS PGothic"/>
                <a:cs typeface="Calibri"/>
              </a:rPr>
              <a:t>I</a:t>
            </a:r>
            <a:endParaRPr lang="ja-JP" altLang="en-US" sz="3200" dirty="0">
              <a:latin typeface="MS PGothic"/>
              <a:ea typeface="MS PGothic"/>
              <a:cs typeface="Calibri"/>
            </a:endParaRPr>
          </a:p>
          <a:p>
            <a:pPr algn="ctr"/>
            <a:r>
              <a:rPr lang="ja-JP" altLang="en-US" sz="3200" dirty="0">
                <a:ea typeface="ＭＳ Ｐゴシック"/>
                <a:cs typeface="Calibri"/>
              </a:rPr>
              <a:t>14</a:t>
            </a:r>
          </a:p>
        </p:txBody>
      </p:sp>
      <p:graphicFrame>
        <p:nvGraphicFramePr>
          <p:cNvPr id="6" name="図表 6">
            <a:extLst>
              <a:ext uri="{FF2B5EF4-FFF2-40B4-BE49-F238E27FC236}">
                <a16:creationId xmlns:a16="http://schemas.microsoft.com/office/drawing/2014/main" id="{C1F3B97A-81AD-8E70-72A7-9217AFACCB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4897537"/>
              </p:ext>
            </p:extLst>
          </p:nvPr>
        </p:nvGraphicFramePr>
        <p:xfrm>
          <a:off x="0" y="2017143"/>
          <a:ext cx="5883837" cy="41777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57" name="図 157" descr="絵が描かれた電車&#10;&#10;説明は自動で生成されたものです">
            <a:extLst>
              <a:ext uri="{FF2B5EF4-FFF2-40B4-BE49-F238E27FC236}">
                <a16:creationId xmlns:a16="http://schemas.microsoft.com/office/drawing/2014/main" id="{6471ACEE-2DA7-EDA4-EC41-1C250E958F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8076" y="3657248"/>
            <a:ext cx="1699741" cy="902748"/>
          </a:xfrm>
          <a:prstGeom prst="rect">
            <a:avLst/>
          </a:prstGeom>
        </p:spPr>
      </p:pic>
      <p:pic>
        <p:nvPicPr>
          <p:cNvPr id="158" name="図 158" descr="鉄道を走っている電車&#10;&#10;説明は自動で生成されたものです">
            <a:extLst>
              <a:ext uri="{FF2B5EF4-FFF2-40B4-BE49-F238E27FC236}">
                <a16:creationId xmlns:a16="http://schemas.microsoft.com/office/drawing/2014/main" id="{ABB0EB95-4D89-6895-6E76-C7FF5CD76B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4877" y="5345142"/>
            <a:ext cx="1808018" cy="118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1635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0" y="288476"/>
            <a:ext cx="12197718" cy="649574"/>
          </a:xfrm>
          <a:ln w="285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ja-JP" altLang="en-US" sz="3200" b="1">
                <a:latin typeface="MS PGothic"/>
                <a:ea typeface="MS PGothic"/>
                <a:cs typeface="Calibri Light" panose="020F0302020204030204"/>
              </a:rPr>
              <a:t>びっくり鉄道　</a:t>
            </a:r>
            <a:r>
              <a:rPr lang="ja-JP" altLang="en-US" sz="3200" b="1">
                <a:solidFill>
                  <a:srgbClr val="00B050"/>
                </a:solidFill>
                <a:latin typeface="MS PGothic"/>
                <a:ea typeface="MS PGothic"/>
                <a:cs typeface="Calibri Light" panose="020F0302020204030204"/>
              </a:rPr>
              <a:t>一宮線 </a:t>
            </a:r>
            <a:r>
              <a:rPr lang="ja-JP" altLang="en-US" sz="3200" b="1">
                <a:latin typeface="MS PGothic"/>
                <a:ea typeface="MS PGothic"/>
                <a:cs typeface="Calibri Light" panose="020F0302020204030204"/>
              </a:rPr>
              <a:t>　一宮ゆき</a:t>
            </a:r>
            <a:br>
              <a:rPr lang="ja-JP" altLang="en-US" sz="3200" b="1" dirty="0">
                <a:latin typeface="MS PGothic"/>
                <a:ea typeface="MS PGothic"/>
                <a:cs typeface="Calibri Light" panose="020F0302020204030204"/>
              </a:rPr>
            </a:br>
            <a:br>
              <a:rPr lang="ja-JP" altLang="en-US" sz="3200" b="1" dirty="0">
                <a:latin typeface="MS PGothic"/>
                <a:ea typeface="MS PGothic"/>
                <a:cs typeface="Calibri Light" panose="020F0302020204030204"/>
              </a:rPr>
            </a:br>
            <a:endParaRPr lang="ja-JP" altLang="en-US" sz="4800" b="1" dirty="0">
              <a:solidFill>
                <a:srgbClr val="FF0000"/>
              </a:solidFill>
              <a:ea typeface="ＭＳ Ｐゴシック"/>
              <a:cs typeface="Calibri Light" panose="020F0302020204030204"/>
            </a:endParaRP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2542107" y="1220775"/>
            <a:ext cx="7120291" cy="5149792"/>
          </a:xfrm>
          <a:ln w="12700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ja-JP" altLang="en-US" sz="3600">
                <a:ea typeface="ＭＳ Ｐゴシック"/>
                <a:cs typeface="Calibri"/>
              </a:rPr>
              <a:t>本日は終了しました。</a:t>
            </a:r>
            <a:endParaRPr lang="ja-JP" altLang="en-US" sz="3600" dirty="0">
              <a:ea typeface="ＭＳ Ｐゴシック"/>
              <a:cs typeface="Calibri"/>
            </a:endParaRPr>
          </a:p>
          <a:p>
            <a:pPr algn="l"/>
            <a:r>
              <a:rPr lang="ja-JP" altLang="en-US" sz="3600">
                <a:ea typeface="ＭＳ Ｐゴシック"/>
                <a:cs typeface="Calibri"/>
              </a:rPr>
              <a:t>この電車は回送電車となります。</a:t>
            </a:r>
            <a:endParaRPr lang="ja-JP" altLang="en-US" sz="3600" b="1">
              <a:solidFill>
                <a:srgbClr val="FF0000"/>
              </a:solidFill>
              <a:ea typeface="ＭＳ Ｐゴシック"/>
              <a:cs typeface="Calibri"/>
            </a:endParaRPr>
          </a:p>
          <a:p>
            <a:pPr algn="l"/>
            <a:r>
              <a:rPr lang="ja-JP" altLang="en-US" sz="3600" dirty="0">
                <a:solidFill>
                  <a:srgbClr val="000000"/>
                </a:solidFill>
                <a:ea typeface="ＭＳ Ｐゴシック"/>
                <a:cs typeface="Calibri"/>
              </a:rPr>
              <a:t>------------------------------------------------------</a:t>
            </a:r>
          </a:p>
          <a:p>
            <a:pPr algn="l"/>
            <a:r>
              <a:rPr lang="ja-JP" altLang="en-US" sz="4000" b="1">
                <a:solidFill>
                  <a:srgbClr val="FF0000"/>
                </a:solidFill>
                <a:ea typeface="ＭＳ Ｐゴシック"/>
                <a:cs typeface="Calibri"/>
              </a:rPr>
              <a:t>ご乗車になされないよう、</a:t>
            </a:r>
            <a:endParaRPr lang="ja-JP" altLang="en-US" sz="4000" b="1" dirty="0">
              <a:solidFill>
                <a:srgbClr val="FF0000"/>
              </a:solidFill>
              <a:ea typeface="ＭＳ Ｐゴシック"/>
              <a:cs typeface="Calibri"/>
            </a:endParaRPr>
          </a:p>
          <a:p>
            <a:pPr algn="l"/>
            <a:r>
              <a:rPr lang="ja-JP" altLang="en-US" sz="4000" b="1">
                <a:solidFill>
                  <a:srgbClr val="FF0000"/>
                </a:solidFill>
                <a:ea typeface="ＭＳ Ｐゴシック"/>
                <a:cs typeface="Calibri"/>
              </a:rPr>
              <a:t>ご注意ください。</a:t>
            </a:r>
          </a:p>
          <a:p>
            <a:pPr algn="l"/>
            <a:r>
              <a:rPr lang="ja-JP" altLang="en-US" sz="4000" b="1" dirty="0">
                <a:solidFill>
                  <a:srgbClr val="FF0000"/>
                </a:solidFill>
                <a:ea typeface="ＭＳ Ｐゴシック"/>
                <a:cs typeface="Calibri"/>
              </a:rPr>
              <a:t>------------------------------------------------</a:t>
            </a:r>
          </a:p>
          <a:p>
            <a:pPr algn="l"/>
            <a:r>
              <a:rPr lang="ja-JP" altLang="en-US" sz="4000">
                <a:solidFill>
                  <a:srgbClr val="FF0000"/>
                </a:solidFill>
                <a:ea typeface="ＭＳ Ｐゴシック"/>
                <a:cs typeface="Calibri"/>
              </a:rPr>
              <a:t>DO NOT USE THIS TRAIN.</a:t>
            </a:r>
          </a:p>
          <a:p>
            <a:pPr algn="l"/>
            <a:r>
              <a:rPr lang="ja-JP" altLang="en-US" sz="4000">
                <a:solidFill>
                  <a:srgbClr val="FF0000"/>
                </a:solidFill>
                <a:ea typeface="ＭＳ Ｐゴシック"/>
                <a:cs typeface="Calibri"/>
              </a:rPr>
              <a:t>THIS TRAIN IS</a:t>
            </a:r>
            <a:endParaRPr lang="ja-JP" altLang="en-US" sz="4000" dirty="0">
              <a:solidFill>
                <a:srgbClr val="FF0000"/>
              </a:solidFill>
              <a:ea typeface="ＭＳ Ｐゴシック"/>
              <a:cs typeface="Calibri"/>
            </a:endParaRPr>
          </a:p>
          <a:p>
            <a:pPr algn="l"/>
            <a:r>
              <a:rPr lang="ja-JP" altLang="en-US" sz="4000" b="1">
                <a:solidFill>
                  <a:srgbClr val="FF0000"/>
                </a:solidFill>
                <a:ea typeface="ＭＳ Ｐゴシック"/>
                <a:cs typeface="Calibri"/>
              </a:rPr>
              <a:t>NOT IN THE SERVICE</a:t>
            </a:r>
          </a:p>
          <a:p>
            <a:pPr algn="l"/>
            <a:endParaRPr lang="ja-JP" altLang="en-US" sz="4000" dirty="0">
              <a:solidFill>
                <a:srgbClr val="000000"/>
              </a:solidFill>
              <a:ea typeface="ＭＳ Ｐゴシック"/>
              <a:cs typeface="Calibri"/>
            </a:endParaRPr>
          </a:p>
          <a:p>
            <a:pPr algn="l"/>
            <a:endParaRPr lang="ja-JP" altLang="en-US" dirty="0">
              <a:solidFill>
                <a:srgbClr val="FF0000"/>
              </a:solidFill>
              <a:ea typeface="ＭＳ Ｐゴシック"/>
              <a:cs typeface="Calibr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56FE01B-222C-20D1-5920-21F3199883BC}"/>
              </a:ext>
            </a:extLst>
          </p:cNvPr>
          <p:cNvSpPr/>
          <p:nvPr/>
        </p:nvSpPr>
        <p:spPr>
          <a:xfrm>
            <a:off x="2875" y="-4313"/>
            <a:ext cx="12235131" cy="287547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i="1">
                <a:ea typeface="ＭＳ Ｐゴシック"/>
                <a:cs typeface="Calibri"/>
              </a:rPr>
              <a:t>Bikkuri Railway | Ichinomiya line  Bound to Ichinomiya</a:t>
            </a:r>
          </a:p>
        </p:txBody>
      </p:sp>
    </p:spTree>
    <p:extLst>
      <p:ext uri="{BB962C8B-B14F-4D97-AF65-F5344CB8AC3E}">
        <p14:creationId xmlns:p14="http://schemas.microsoft.com/office/powerpoint/2010/main" val="13333370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ワイド画面</PresentationFormat>
  <Paragraphs>0</Paragraphs>
  <Slides>8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9" baseType="lpstr">
      <vt:lpstr>Office テーマ</vt:lpstr>
      <vt:lpstr>びっくり鉄道_一宮線_車内モニター_１</vt:lpstr>
      <vt:lpstr>サンプル</vt:lpstr>
      <vt:lpstr>びっくり鉄道　一宮線 　一宮ゆき  次は　　  駅名（終点）</vt:lpstr>
      <vt:lpstr>びっくり鉄道　一宮線 　一宮ゆき  間もなく　　  駅名（終点）</vt:lpstr>
      <vt:lpstr>一宮 区間のモニター画面</vt:lpstr>
      <vt:lpstr>びっくり鉄道　一宮線 　一宮ゆき  次は　　  一宮（終点）</vt:lpstr>
      <vt:lpstr>びっくり鉄道　一宮線 　一宮ゆき  間もなく　　  一宮（終点）</vt:lpstr>
      <vt:lpstr>びっくり鉄道　一宮線 　一宮ゆき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/>
  <cp:lastModifiedBy/>
  <cp:revision>386</cp:revision>
  <dcterms:created xsi:type="dcterms:W3CDTF">2012-07-27T23:28:17Z</dcterms:created>
  <dcterms:modified xsi:type="dcterms:W3CDTF">2022-06-15T15:55:18Z</dcterms:modified>
</cp:coreProperties>
</file>